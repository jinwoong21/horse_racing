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901" r:id="rId2"/>
  </p:sldMasterIdLst>
  <p:notesMasterIdLst>
    <p:notesMasterId r:id="rId28"/>
  </p:notesMasterIdLst>
  <p:sldIdLst>
    <p:sldId id="256" r:id="rId3"/>
    <p:sldId id="341" r:id="rId4"/>
    <p:sldId id="340" r:id="rId5"/>
    <p:sldId id="325" r:id="rId6"/>
    <p:sldId id="326" r:id="rId7"/>
    <p:sldId id="329" r:id="rId8"/>
    <p:sldId id="319" r:id="rId9"/>
    <p:sldId id="327" r:id="rId10"/>
    <p:sldId id="330" r:id="rId11"/>
    <p:sldId id="331" r:id="rId12"/>
    <p:sldId id="332" r:id="rId13"/>
    <p:sldId id="333" r:id="rId14"/>
    <p:sldId id="322" r:id="rId15"/>
    <p:sldId id="323" r:id="rId16"/>
    <p:sldId id="334" r:id="rId17"/>
    <p:sldId id="324" r:id="rId18"/>
    <p:sldId id="346" r:id="rId19"/>
    <p:sldId id="335" r:id="rId20"/>
    <p:sldId id="336" r:id="rId21"/>
    <p:sldId id="337" r:id="rId22"/>
    <p:sldId id="338" r:id="rId23"/>
    <p:sldId id="339" r:id="rId24"/>
    <p:sldId id="347" r:id="rId25"/>
    <p:sldId id="328" r:id="rId26"/>
    <p:sldId id="34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F77DC-DD99-4516-9766-5E608EF80C61}" v="213" dt="2025-10-14T00:07:07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4" autoAdjust="0"/>
    <p:restoredTop sz="95090" autoAdjust="0"/>
  </p:normalViewPr>
  <p:slideViewPr>
    <p:cSldViewPr snapToGrid="0">
      <p:cViewPr varScale="1">
        <p:scale>
          <a:sx n="134" d="100"/>
          <a:sy n="13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웅 정" userId="aaf933adc6ee6411" providerId="LiveId" clId="{789F4E2E-0626-4059-BAD6-27435DF1B0F7}"/>
    <pc:docChg chg="undo custSel addSld delSld modSld sldOrd">
      <pc:chgData name="진웅 정" userId="aaf933adc6ee6411" providerId="LiveId" clId="{789F4E2E-0626-4059-BAD6-27435DF1B0F7}" dt="2025-10-14T00:13:03.912" v="985" actId="20577"/>
      <pc:docMkLst>
        <pc:docMk/>
      </pc:docMkLst>
      <pc:sldChg chg="addSp delSp modSp mod">
        <pc:chgData name="진웅 정" userId="aaf933adc6ee6411" providerId="LiveId" clId="{789F4E2E-0626-4059-BAD6-27435DF1B0F7}" dt="2025-10-14T00:06:00.002" v="954"/>
        <pc:sldMkLst>
          <pc:docMk/>
          <pc:sldMk cId="189333893" sldId="256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89333893" sldId="256"/>
            <ac:spMk id="2" creationId="{9488CA34-41EC-B2F8-3094-2E9A78CD0AB8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189333893" sldId="256"/>
            <ac:spMk id="3" creationId="{ABE4D19B-1083-77C1-F99E-12DFAFD5A3B0}"/>
          </ac:spMkLst>
        </pc:spChg>
        <pc:picChg chg="add del mod">
          <ac:chgData name="진웅 정" userId="aaf933adc6ee6411" providerId="LiveId" clId="{789F4E2E-0626-4059-BAD6-27435DF1B0F7}" dt="2025-10-14T00:00:52.713" v="930" actId="478"/>
          <ac:picMkLst>
            <pc:docMk/>
            <pc:sldMk cId="189333893" sldId="256"/>
            <ac:picMk id="6" creationId="{8555AD98-A57F-6876-EB5D-57A827D24225}"/>
          </ac:picMkLst>
        </pc:picChg>
        <pc:picChg chg="add del mod">
          <ac:chgData name="진웅 정" userId="aaf933adc6ee6411" providerId="LiveId" clId="{789F4E2E-0626-4059-BAD6-27435DF1B0F7}" dt="2025-10-14T00:02:44.231" v="936" actId="478"/>
          <ac:picMkLst>
            <pc:docMk/>
            <pc:sldMk cId="189333893" sldId="256"/>
            <ac:picMk id="8" creationId="{807FE46B-F5F9-A8DE-2F09-3C38E59BC03C}"/>
          </ac:picMkLst>
        </pc:picChg>
        <pc:picChg chg="add del mod">
          <ac:chgData name="진웅 정" userId="aaf933adc6ee6411" providerId="LiveId" clId="{789F4E2E-0626-4059-BAD6-27435DF1B0F7}" dt="2025-10-14T00:02:51.975" v="940" actId="478"/>
          <ac:picMkLst>
            <pc:docMk/>
            <pc:sldMk cId="189333893" sldId="256"/>
            <ac:picMk id="10" creationId="{470A162E-26B2-9156-D00B-E767820DFA3D}"/>
          </ac:picMkLst>
        </pc:picChg>
        <pc:picChg chg="add mod">
          <ac:chgData name="진웅 정" userId="aaf933adc6ee6411" providerId="LiveId" clId="{789F4E2E-0626-4059-BAD6-27435DF1B0F7}" dt="2025-10-14T00:06:00.002" v="954"/>
          <ac:picMkLst>
            <pc:docMk/>
            <pc:sldMk cId="189333893" sldId="256"/>
            <ac:picMk id="11" creationId="{DD8BA099-16B7-E62D-6231-35CB66D9D87D}"/>
          </ac:picMkLst>
        </pc:picChg>
      </pc:sldChg>
      <pc:sldChg chg="addSp modSp mod">
        <pc:chgData name="진웅 정" userId="aaf933adc6ee6411" providerId="LiveId" clId="{789F4E2E-0626-4059-BAD6-27435DF1B0F7}" dt="2025-10-14T00:06:16.693" v="959"/>
        <pc:sldMkLst>
          <pc:docMk/>
          <pc:sldMk cId="1779900915" sldId="319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779900915" sldId="319"/>
            <ac:spMk id="2" creationId="{96F4F6DB-5507-75B0-044C-58D3C1BCA4F5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1779900915" sldId="319"/>
            <ac:spMk id="3" creationId="{B9E454DF-201E-E582-E262-664BDA7865E7}"/>
          </ac:spMkLst>
        </pc:spChg>
        <pc:picChg chg="add mod">
          <ac:chgData name="진웅 정" userId="aaf933adc6ee6411" providerId="LiveId" clId="{789F4E2E-0626-4059-BAD6-27435DF1B0F7}" dt="2025-10-14T00:06:16.693" v="959"/>
          <ac:picMkLst>
            <pc:docMk/>
            <pc:sldMk cId="1779900915" sldId="319"/>
            <ac:picMk id="6" creationId="{707453D7-6BC4-88C1-6A25-C5FA8D4BCE6A}"/>
          </ac:picMkLst>
        </pc:picChg>
        <pc:picChg chg="mod">
          <ac:chgData name="진웅 정" userId="aaf933adc6ee6411" providerId="LiveId" clId="{789F4E2E-0626-4059-BAD6-27435DF1B0F7}" dt="2025-10-13T16:33:23.823" v="321" actId="1076"/>
          <ac:picMkLst>
            <pc:docMk/>
            <pc:sldMk cId="1779900915" sldId="319"/>
            <ac:picMk id="7" creationId="{A2C225F7-B531-7C3C-CE20-08356E64490C}"/>
          </ac:picMkLst>
        </pc:picChg>
      </pc:sldChg>
      <pc:sldChg chg="addSp modSp">
        <pc:chgData name="진웅 정" userId="aaf933adc6ee6411" providerId="LiveId" clId="{789F4E2E-0626-4059-BAD6-27435DF1B0F7}" dt="2025-10-14T00:06:29.772" v="965"/>
        <pc:sldMkLst>
          <pc:docMk/>
          <pc:sldMk cId="2036594363" sldId="322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036594363" sldId="322"/>
            <ac:spMk id="2" creationId="{77893D1C-8074-A2DB-963F-4E3736DBC7DF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2036594363" sldId="322"/>
            <ac:spMk id="4" creationId="{6E2E9E44-F16A-FE74-3328-24F63FE6C729}"/>
          </ac:spMkLst>
        </pc:spChg>
        <pc:picChg chg="add mod">
          <ac:chgData name="진웅 정" userId="aaf933adc6ee6411" providerId="LiveId" clId="{789F4E2E-0626-4059-BAD6-27435DF1B0F7}" dt="2025-10-14T00:06:29.772" v="965"/>
          <ac:picMkLst>
            <pc:docMk/>
            <pc:sldMk cId="2036594363" sldId="322"/>
            <ac:picMk id="3" creationId="{06212058-FDBA-6E9E-DEB4-CE3BE57CA025}"/>
          </ac:picMkLst>
        </pc:picChg>
      </pc:sldChg>
      <pc:sldChg chg="addSp delSp modSp mod modAnim">
        <pc:chgData name="진웅 정" userId="aaf933adc6ee6411" providerId="LiveId" clId="{789F4E2E-0626-4059-BAD6-27435DF1B0F7}" dt="2025-10-14T00:06:47.270" v="966"/>
        <pc:sldMkLst>
          <pc:docMk/>
          <pc:sldMk cId="2695674087" sldId="323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695674087" sldId="323"/>
            <ac:spMk id="2" creationId="{A30564AA-9943-FECC-8058-996464C085C7}"/>
          </ac:spMkLst>
        </pc:spChg>
        <pc:spChg chg="del mod">
          <ac:chgData name="진웅 정" userId="aaf933adc6ee6411" providerId="LiveId" clId="{789F4E2E-0626-4059-BAD6-27435DF1B0F7}" dt="2025-10-13T19:34:41.252" v="864" actId="931"/>
          <ac:spMkLst>
            <pc:docMk/>
            <pc:sldMk cId="2695674087" sldId="323"/>
            <ac:spMk id="3" creationId="{AE33C33D-470D-7CC0-5468-23A374AA14B3}"/>
          </ac:spMkLst>
        </pc:spChg>
        <pc:picChg chg="add mod">
          <ac:chgData name="진웅 정" userId="aaf933adc6ee6411" providerId="LiveId" clId="{789F4E2E-0626-4059-BAD6-27435DF1B0F7}" dt="2025-10-14T00:06:47.270" v="966"/>
          <ac:picMkLst>
            <pc:docMk/>
            <pc:sldMk cId="2695674087" sldId="323"/>
            <ac:picMk id="3" creationId="{E18313E8-11F3-77DC-A20F-D6C119F7C0AD}"/>
          </ac:picMkLst>
        </pc:picChg>
        <pc:picChg chg="add mod ord">
          <ac:chgData name="진웅 정" userId="aaf933adc6ee6411" providerId="LiveId" clId="{789F4E2E-0626-4059-BAD6-27435DF1B0F7}" dt="2025-10-13T19:35:17.317" v="883" actId="1076"/>
          <ac:picMkLst>
            <pc:docMk/>
            <pc:sldMk cId="2695674087" sldId="323"/>
            <ac:picMk id="13" creationId="{A1CFF10D-73E0-F9A3-8ED1-C9A142A62608}"/>
          </ac:picMkLst>
        </pc:picChg>
        <pc:picChg chg="del mod">
          <ac:chgData name="진웅 정" userId="aaf933adc6ee6411" providerId="LiveId" clId="{789F4E2E-0626-4059-BAD6-27435DF1B0F7}" dt="2025-10-13T19:34:10.829" v="863" actId="478"/>
          <ac:picMkLst>
            <pc:docMk/>
            <pc:sldMk cId="2695674087" sldId="323"/>
            <ac:picMk id="20" creationId="{EDB69113-3232-1173-DDB2-1809628E97BC}"/>
          </ac:picMkLst>
        </pc:picChg>
      </pc:sldChg>
      <pc:sldChg chg="addSp modSp mod modAnim">
        <pc:chgData name="진웅 정" userId="aaf933adc6ee6411" providerId="LiveId" clId="{789F4E2E-0626-4059-BAD6-27435DF1B0F7}" dt="2025-10-14T00:06:50.949" v="968"/>
        <pc:sldMkLst>
          <pc:docMk/>
          <pc:sldMk cId="3919094053" sldId="324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3919094053" sldId="324"/>
            <ac:spMk id="2" creationId="{970D84CC-AC58-2A0D-E4C1-E201D950E93D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3919094053" sldId="324"/>
            <ac:spMk id="3" creationId="{08BC9440-224C-7C40-42DB-AD530A01C2BD}"/>
          </ac:spMkLst>
        </pc:spChg>
        <pc:spChg chg="add mod">
          <ac:chgData name="진웅 정" userId="aaf933adc6ee6411" providerId="LiveId" clId="{789F4E2E-0626-4059-BAD6-27435DF1B0F7}" dt="2025-10-13T19:23:09.973" v="784" actId="113"/>
          <ac:spMkLst>
            <pc:docMk/>
            <pc:sldMk cId="3919094053" sldId="324"/>
            <ac:spMk id="4" creationId="{9DC6A29E-67AA-5759-237F-A361E8E440C8}"/>
          </ac:spMkLst>
        </pc:spChg>
        <pc:spChg chg="mod">
          <ac:chgData name="진웅 정" userId="aaf933adc6ee6411" providerId="LiveId" clId="{789F4E2E-0626-4059-BAD6-27435DF1B0F7}" dt="2025-10-13T19:21:43.871" v="771" actId="6549"/>
          <ac:spMkLst>
            <pc:docMk/>
            <pc:sldMk cId="3919094053" sldId="324"/>
            <ac:spMk id="5" creationId="{F3B1952D-F28B-7A64-97E2-8365194124BD}"/>
          </ac:spMkLst>
        </pc:spChg>
        <pc:spChg chg="mod">
          <ac:chgData name="진웅 정" userId="aaf933adc6ee6411" providerId="LiveId" clId="{789F4E2E-0626-4059-BAD6-27435DF1B0F7}" dt="2025-10-13T19:23:31.852" v="788" actId="1076"/>
          <ac:spMkLst>
            <pc:docMk/>
            <pc:sldMk cId="3919094053" sldId="324"/>
            <ac:spMk id="15" creationId="{4100F049-AE33-8704-1461-6F23451F281E}"/>
          </ac:spMkLst>
        </pc:spChg>
        <pc:picChg chg="add mod">
          <ac:chgData name="진웅 정" userId="aaf933adc6ee6411" providerId="LiveId" clId="{789F4E2E-0626-4059-BAD6-27435DF1B0F7}" dt="2025-10-14T00:06:50.949" v="968"/>
          <ac:picMkLst>
            <pc:docMk/>
            <pc:sldMk cId="3919094053" sldId="324"/>
            <ac:picMk id="6" creationId="{4A5FA342-F752-6599-13AF-77A0A09A36D5}"/>
          </ac:picMkLst>
        </pc:picChg>
        <pc:picChg chg="mod">
          <ac:chgData name="진웅 정" userId="aaf933adc6ee6411" providerId="LiveId" clId="{789F4E2E-0626-4059-BAD6-27435DF1B0F7}" dt="2025-10-13T19:23:24.620" v="786" actId="1076"/>
          <ac:picMkLst>
            <pc:docMk/>
            <pc:sldMk cId="3919094053" sldId="324"/>
            <ac:picMk id="8" creationId="{C6373A65-6C35-4009-487F-1DB99E8E2014}"/>
          </ac:picMkLst>
        </pc:picChg>
      </pc:sldChg>
      <pc:sldChg chg="addSp modSp">
        <pc:chgData name="진웅 정" userId="aaf933adc6ee6411" providerId="LiveId" clId="{789F4E2E-0626-4059-BAD6-27435DF1B0F7}" dt="2025-10-14T00:06:07.532" v="956"/>
        <pc:sldMkLst>
          <pc:docMk/>
          <pc:sldMk cId="704588109" sldId="325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704588109" sldId="325"/>
            <ac:spMk id="2" creationId="{C47FC755-77F9-489D-EB2A-6B8770A08DA7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704588109" sldId="325"/>
            <ac:spMk id="3" creationId="{CCFF7F33-5862-0734-699F-A417E026FB86}"/>
          </ac:spMkLst>
        </pc:spChg>
        <pc:picChg chg="add mod">
          <ac:chgData name="진웅 정" userId="aaf933adc6ee6411" providerId="LiveId" clId="{789F4E2E-0626-4059-BAD6-27435DF1B0F7}" dt="2025-10-14T00:06:07.532" v="956"/>
          <ac:picMkLst>
            <pc:docMk/>
            <pc:sldMk cId="704588109" sldId="325"/>
            <ac:picMk id="5" creationId="{9C6DF47E-AEAE-6F9A-6A40-2B65A463A738}"/>
          </ac:picMkLst>
        </pc:picChg>
      </pc:sldChg>
      <pc:sldChg chg="addSp delSp modSp mod modAnim">
        <pc:chgData name="진웅 정" userId="aaf933adc6ee6411" providerId="LiveId" clId="{789F4E2E-0626-4059-BAD6-27435DF1B0F7}" dt="2025-10-14T00:06:08.965" v="957"/>
        <pc:sldMkLst>
          <pc:docMk/>
          <pc:sldMk cId="153607035" sldId="326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53607035" sldId="326"/>
            <ac:spMk id="2" creationId="{C5CA74F3-6260-DB9E-AE2D-FF9A7E87FCA8}"/>
          </ac:spMkLst>
        </pc:spChg>
        <pc:spChg chg="add mod ord">
          <ac:chgData name="진웅 정" userId="aaf933adc6ee6411" providerId="LiveId" clId="{789F4E2E-0626-4059-BAD6-27435DF1B0F7}" dt="2025-10-13T19:24:36.974" v="790" actId="14100"/>
          <ac:spMkLst>
            <pc:docMk/>
            <pc:sldMk cId="153607035" sldId="326"/>
            <ac:spMk id="3" creationId="{3A77241C-10C0-89FD-8ECA-CF748EECD9CB}"/>
          </ac:spMkLst>
        </pc:spChg>
        <pc:spChg chg="mod">
          <ac:chgData name="진웅 정" userId="aaf933adc6ee6411" providerId="LiveId" clId="{789F4E2E-0626-4059-BAD6-27435DF1B0F7}" dt="2025-10-13T19:24:55.004" v="795" actId="20577"/>
          <ac:spMkLst>
            <pc:docMk/>
            <pc:sldMk cId="153607035" sldId="326"/>
            <ac:spMk id="9" creationId="{AC3DA910-5FFC-7754-504D-5A3998F4B439}"/>
          </ac:spMkLst>
        </pc:spChg>
        <pc:picChg chg="del">
          <ac:chgData name="진웅 정" userId="aaf933adc6ee6411" providerId="LiveId" clId="{789F4E2E-0626-4059-BAD6-27435DF1B0F7}" dt="2025-10-13T18:52:24.291" v="350" actId="478"/>
          <ac:picMkLst>
            <pc:docMk/>
            <pc:sldMk cId="153607035" sldId="326"/>
            <ac:picMk id="4" creationId="{4CC74A26-D2E4-E996-E749-776DF7227382}"/>
          </ac:picMkLst>
        </pc:picChg>
        <pc:picChg chg="add mod">
          <ac:chgData name="진웅 정" userId="aaf933adc6ee6411" providerId="LiveId" clId="{789F4E2E-0626-4059-BAD6-27435DF1B0F7}" dt="2025-10-14T00:06:08.965" v="957"/>
          <ac:picMkLst>
            <pc:docMk/>
            <pc:sldMk cId="153607035" sldId="326"/>
            <ac:picMk id="4" creationId="{A2139881-1567-DB9B-1D67-00D15D0F56BF}"/>
          </ac:picMkLst>
        </pc:picChg>
      </pc:sldChg>
      <pc:sldChg chg="addSp delSp modSp mod modAnim">
        <pc:chgData name="진웅 정" userId="aaf933adc6ee6411" providerId="LiveId" clId="{789F4E2E-0626-4059-BAD6-27435DF1B0F7}" dt="2025-10-14T00:06:20.118" v="960"/>
        <pc:sldMkLst>
          <pc:docMk/>
          <pc:sldMk cId="494518279" sldId="327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494518279" sldId="327"/>
            <ac:spMk id="2" creationId="{9CC02CE6-25C4-904B-6C09-FC416552C537}"/>
          </ac:spMkLst>
        </pc:spChg>
        <pc:spChg chg="del mod">
          <ac:chgData name="진웅 정" userId="aaf933adc6ee6411" providerId="LiveId" clId="{789F4E2E-0626-4059-BAD6-27435DF1B0F7}" dt="2025-10-13T07:39:38.062" v="160" actId="931"/>
          <ac:spMkLst>
            <pc:docMk/>
            <pc:sldMk cId="494518279" sldId="327"/>
            <ac:spMk id="3" creationId="{DB585E25-9C07-0F4F-E241-76F354203D16}"/>
          </ac:spMkLst>
        </pc:spChg>
        <pc:spChg chg="add del mod">
          <ac:chgData name="진웅 정" userId="aaf933adc6ee6411" providerId="LiveId" clId="{789F4E2E-0626-4059-BAD6-27435DF1B0F7}" dt="2025-10-13T07:33:25.535" v="149" actId="478"/>
          <ac:spMkLst>
            <pc:docMk/>
            <pc:sldMk cId="494518279" sldId="327"/>
            <ac:spMk id="5" creationId="{854BC4C7-6E76-86B4-418A-47B1E88B6AA0}"/>
          </ac:spMkLst>
        </pc:spChg>
        <pc:spChg chg="add mod">
          <ac:chgData name="진웅 정" userId="aaf933adc6ee6411" providerId="LiveId" clId="{789F4E2E-0626-4059-BAD6-27435DF1B0F7}" dt="2025-10-13T07:34:27.940" v="157" actId="1076"/>
          <ac:spMkLst>
            <pc:docMk/>
            <pc:sldMk cId="494518279" sldId="327"/>
            <ac:spMk id="6" creationId="{A0E84806-88F2-A3BD-E8E6-FBF7662D654A}"/>
          </ac:spMkLst>
        </pc:spChg>
        <pc:spChg chg="add del mod">
          <ac:chgData name="진웅 정" userId="aaf933adc6ee6411" providerId="LiveId" clId="{789F4E2E-0626-4059-BAD6-27435DF1B0F7}" dt="2025-10-13T07:28:48.120" v="102" actId="478"/>
          <ac:spMkLst>
            <pc:docMk/>
            <pc:sldMk cId="494518279" sldId="327"/>
            <ac:spMk id="7" creationId="{72348369-A36C-D42C-1C22-F7FCDC86BB57}"/>
          </ac:spMkLst>
        </pc:spChg>
        <pc:spChg chg="add del mod">
          <ac:chgData name="진웅 정" userId="aaf933adc6ee6411" providerId="LiveId" clId="{789F4E2E-0626-4059-BAD6-27435DF1B0F7}" dt="2025-10-13T07:28:47.314" v="101" actId="478"/>
          <ac:spMkLst>
            <pc:docMk/>
            <pc:sldMk cId="494518279" sldId="327"/>
            <ac:spMk id="8" creationId="{DCABA594-FC0E-CB30-2D20-F97FC94F1F91}"/>
          </ac:spMkLst>
        </pc:spChg>
        <pc:spChg chg="add mod">
          <ac:chgData name="진웅 정" userId="aaf933adc6ee6411" providerId="LiveId" clId="{789F4E2E-0626-4059-BAD6-27435DF1B0F7}" dt="2025-10-13T07:34:33.123" v="158" actId="1076"/>
          <ac:spMkLst>
            <pc:docMk/>
            <pc:sldMk cId="494518279" sldId="327"/>
            <ac:spMk id="9" creationId="{57E029FE-0232-8525-0D04-F7B22775CD75}"/>
          </ac:spMkLst>
        </pc:spChg>
        <pc:spChg chg="add mod">
          <ac:chgData name="진웅 정" userId="aaf933adc6ee6411" providerId="LiveId" clId="{789F4E2E-0626-4059-BAD6-27435DF1B0F7}" dt="2025-10-13T19:28:28.451" v="834" actId="20577"/>
          <ac:spMkLst>
            <pc:docMk/>
            <pc:sldMk cId="494518279" sldId="327"/>
            <ac:spMk id="10" creationId="{669990B5-A302-408D-68F2-D453AB950100}"/>
          </ac:spMkLst>
        </pc:spChg>
        <pc:spChg chg="add del mod">
          <ac:chgData name="진웅 정" userId="aaf933adc6ee6411" providerId="LiveId" clId="{789F4E2E-0626-4059-BAD6-27435DF1B0F7}" dt="2025-10-13T07:30:16.624" v="123" actId="478"/>
          <ac:spMkLst>
            <pc:docMk/>
            <pc:sldMk cId="494518279" sldId="327"/>
            <ac:spMk id="11" creationId="{4043596B-6803-DDD4-5666-533B961870B7}"/>
          </ac:spMkLst>
        </pc:spChg>
        <pc:spChg chg="add mod">
          <ac:chgData name="진웅 정" userId="aaf933adc6ee6411" providerId="LiveId" clId="{789F4E2E-0626-4059-BAD6-27435DF1B0F7}" dt="2025-10-13T07:33:15.497" v="145" actId="1076"/>
          <ac:spMkLst>
            <pc:docMk/>
            <pc:sldMk cId="494518279" sldId="327"/>
            <ac:spMk id="12" creationId="{4926D816-40F8-0CFB-EF25-2019FC9FCB73}"/>
          </ac:spMkLst>
        </pc:spChg>
        <pc:spChg chg="add mod">
          <ac:chgData name="진웅 정" userId="aaf933adc6ee6411" providerId="LiveId" clId="{789F4E2E-0626-4059-BAD6-27435DF1B0F7}" dt="2025-10-13T07:33:12.660" v="144"/>
          <ac:spMkLst>
            <pc:docMk/>
            <pc:sldMk cId="494518279" sldId="327"/>
            <ac:spMk id="13" creationId="{3DDC1FDD-26C2-F003-2256-B194905E642E}"/>
          </ac:spMkLst>
        </pc:spChg>
        <pc:spChg chg="add mod">
          <ac:chgData name="진웅 정" userId="aaf933adc6ee6411" providerId="LiveId" clId="{789F4E2E-0626-4059-BAD6-27435DF1B0F7}" dt="2025-10-13T07:34:37.079" v="159" actId="1076"/>
          <ac:spMkLst>
            <pc:docMk/>
            <pc:sldMk cId="494518279" sldId="327"/>
            <ac:spMk id="14" creationId="{3BF46EEE-50C2-4163-32DC-A96ABE9A1B3E}"/>
          </ac:spMkLst>
        </pc:spChg>
        <pc:picChg chg="add mod">
          <ac:chgData name="진웅 정" userId="aaf933adc6ee6411" providerId="LiveId" clId="{789F4E2E-0626-4059-BAD6-27435DF1B0F7}" dt="2025-10-14T00:06:20.118" v="960"/>
          <ac:picMkLst>
            <pc:docMk/>
            <pc:sldMk cId="494518279" sldId="327"/>
            <ac:picMk id="3" creationId="{5C322E8C-D666-FE8B-DE3F-20FB3512DC08}"/>
          </ac:picMkLst>
        </pc:picChg>
        <pc:picChg chg="add mod ord">
          <ac:chgData name="진웅 정" userId="aaf933adc6ee6411" providerId="LiveId" clId="{789F4E2E-0626-4059-BAD6-27435DF1B0F7}" dt="2025-10-13T07:41:40.392" v="193" actId="1076"/>
          <ac:picMkLst>
            <pc:docMk/>
            <pc:sldMk cId="494518279" sldId="327"/>
            <ac:picMk id="16" creationId="{77840725-F872-E814-B3FF-11E6B1BBA803}"/>
          </ac:picMkLst>
        </pc:picChg>
        <pc:picChg chg="add mod">
          <ac:chgData name="진웅 정" userId="aaf933adc6ee6411" providerId="LiveId" clId="{789F4E2E-0626-4059-BAD6-27435DF1B0F7}" dt="2025-10-13T07:40:44.849" v="179" actId="1076"/>
          <ac:picMkLst>
            <pc:docMk/>
            <pc:sldMk cId="494518279" sldId="327"/>
            <ac:picMk id="18" creationId="{0F0CF50A-C7D1-6FCA-5C13-F9FB916AF2B5}"/>
          </ac:picMkLst>
        </pc:picChg>
        <pc:picChg chg="add mod">
          <ac:chgData name="진웅 정" userId="aaf933adc6ee6411" providerId="LiveId" clId="{789F4E2E-0626-4059-BAD6-27435DF1B0F7}" dt="2025-10-13T07:40:59.019" v="184" actId="1076"/>
          <ac:picMkLst>
            <pc:docMk/>
            <pc:sldMk cId="494518279" sldId="327"/>
            <ac:picMk id="20" creationId="{46EFA421-D49C-EE4B-D117-19E1E32E3EA2}"/>
          </ac:picMkLst>
        </pc:picChg>
        <pc:picChg chg="add mod">
          <ac:chgData name="진웅 정" userId="aaf933adc6ee6411" providerId="LiveId" clId="{789F4E2E-0626-4059-BAD6-27435DF1B0F7}" dt="2025-10-13T07:41:32.439" v="191" actId="1076"/>
          <ac:picMkLst>
            <pc:docMk/>
            <pc:sldMk cId="494518279" sldId="327"/>
            <ac:picMk id="22" creationId="{61F2152F-595C-0DF1-1DA7-6DDB4F4FC6A1}"/>
          </ac:picMkLst>
        </pc:picChg>
        <pc:cxnChg chg="add">
          <ac:chgData name="진웅 정" userId="aaf933adc6ee6411" providerId="LiveId" clId="{789F4E2E-0626-4059-BAD6-27435DF1B0F7}" dt="2025-10-13T07:42:16.508" v="194" actId="11529"/>
          <ac:cxnSpMkLst>
            <pc:docMk/>
            <pc:sldMk cId="494518279" sldId="327"/>
            <ac:cxnSpMk id="24" creationId="{3A3CCC91-78CA-3A70-14DA-B270205406CE}"/>
          </ac:cxnSpMkLst>
        </pc:cxnChg>
        <pc:cxnChg chg="add mod">
          <ac:chgData name="진웅 정" userId="aaf933adc6ee6411" providerId="LiveId" clId="{789F4E2E-0626-4059-BAD6-27435DF1B0F7}" dt="2025-10-13T07:43:14.434" v="197" actId="13822"/>
          <ac:cxnSpMkLst>
            <pc:docMk/>
            <pc:sldMk cId="494518279" sldId="327"/>
            <ac:cxnSpMk id="25" creationId="{915A7C12-C027-E568-96F4-088DD5DB3388}"/>
          </ac:cxnSpMkLst>
        </pc:cxnChg>
        <pc:cxnChg chg="add mod">
          <ac:chgData name="진웅 정" userId="aaf933adc6ee6411" providerId="LiveId" clId="{789F4E2E-0626-4059-BAD6-27435DF1B0F7}" dt="2025-10-13T07:43:24.195" v="200" actId="13822"/>
          <ac:cxnSpMkLst>
            <pc:docMk/>
            <pc:sldMk cId="494518279" sldId="327"/>
            <ac:cxnSpMk id="26" creationId="{72562BEA-A0BF-B16C-933F-13F9EFCDEC9D}"/>
          </ac:cxnSpMkLst>
        </pc:cxnChg>
      </pc:sldChg>
      <pc:sldChg chg="addSp modSp">
        <pc:chgData name="진웅 정" userId="aaf933adc6ee6411" providerId="LiveId" clId="{789F4E2E-0626-4059-BAD6-27435DF1B0F7}" dt="2025-10-14T00:07:07.516" v="976"/>
        <pc:sldMkLst>
          <pc:docMk/>
          <pc:sldMk cId="1110397943" sldId="328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110397943" sldId="328"/>
            <ac:spMk id="2" creationId="{C987D2F1-6BF2-37F8-87F3-12170D8A457F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1110397943" sldId="328"/>
            <ac:spMk id="3" creationId="{48271008-7F3C-0B19-02AD-32FD9AA0790D}"/>
          </ac:spMkLst>
        </pc:spChg>
        <pc:picChg chg="add mod">
          <ac:chgData name="진웅 정" userId="aaf933adc6ee6411" providerId="LiveId" clId="{789F4E2E-0626-4059-BAD6-27435DF1B0F7}" dt="2025-10-14T00:07:07.516" v="976"/>
          <ac:picMkLst>
            <pc:docMk/>
            <pc:sldMk cId="1110397943" sldId="328"/>
            <ac:picMk id="4" creationId="{2F5265DF-65DA-0C49-42F6-D9BD7906797D}"/>
          </ac:picMkLst>
        </pc:picChg>
      </pc:sldChg>
      <pc:sldChg chg="addSp modSp mod">
        <pc:chgData name="진웅 정" userId="aaf933adc6ee6411" providerId="LiveId" clId="{789F4E2E-0626-4059-BAD6-27435DF1B0F7}" dt="2025-10-14T00:13:03.912" v="985" actId="20577"/>
        <pc:sldMkLst>
          <pc:docMk/>
          <pc:sldMk cId="1436495120" sldId="329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436495120" sldId="329"/>
            <ac:spMk id="2" creationId="{94F1BF15-2334-0C38-6404-1AD68DBA3AD3}"/>
          </ac:spMkLst>
        </pc:spChg>
        <pc:spChg chg="mod">
          <ac:chgData name="진웅 정" userId="aaf933adc6ee6411" providerId="LiveId" clId="{789F4E2E-0626-4059-BAD6-27435DF1B0F7}" dt="2025-10-14T00:13:03.912" v="985" actId="20577"/>
          <ac:spMkLst>
            <pc:docMk/>
            <pc:sldMk cId="1436495120" sldId="329"/>
            <ac:spMk id="3" creationId="{F67A4AB9-69A4-6F6C-A7A9-BC6CD41BD4E2}"/>
          </ac:spMkLst>
        </pc:spChg>
        <pc:picChg chg="add mod">
          <ac:chgData name="진웅 정" userId="aaf933adc6ee6411" providerId="LiveId" clId="{789F4E2E-0626-4059-BAD6-27435DF1B0F7}" dt="2025-10-14T00:06:14.518" v="958"/>
          <ac:picMkLst>
            <pc:docMk/>
            <pc:sldMk cId="1436495120" sldId="329"/>
            <ac:picMk id="5" creationId="{4B6BFCB0-1107-2F9E-C7D9-B68C1249522B}"/>
          </ac:picMkLst>
        </pc:picChg>
      </pc:sldChg>
      <pc:sldChg chg="addSp modSp mod modAnim">
        <pc:chgData name="진웅 정" userId="aaf933adc6ee6411" providerId="LiveId" clId="{789F4E2E-0626-4059-BAD6-27435DF1B0F7}" dt="2025-10-14T00:06:21.751" v="961"/>
        <pc:sldMkLst>
          <pc:docMk/>
          <pc:sldMk cId="4172897482" sldId="330"/>
        </pc:sldMkLst>
        <pc:spChg chg="mod">
          <ac:chgData name="진웅 정" userId="aaf933adc6ee6411" providerId="LiveId" clId="{789F4E2E-0626-4059-BAD6-27435DF1B0F7}" dt="2025-10-13T08:05:35.759" v="214" actId="20577"/>
          <ac:spMkLst>
            <pc:docMk/>
            <pc:sldMk cId="4172897482" sldId="330"/>
            <ac:spMk id="2" creationId="{5E74141F-381C-178B-8542-55B57CC4DB8E}"/>
          </ac:spMkLst>
        </pc:spChg>
        <pc:spChg chg="add mod">
          <ac:chgData name="진웅 정" userId="aaf933adc6ee6411" providerId="LiveId" clId="{789F4E2E-0626-4059-BAD6-27435DF1B0F7}" dt="2025-10-13T07:21:14.202" v="30" actId="14100"/>
          <ac:spMkLst>
            <pc:docMk/>
            <pc:sldMk cId="4172897482" sldId="330"/>
            <ac:spMk id="4" creationId="{75F05E1E-E8E0-7E73-6795-0FC87AAC7A78}"/>
          </ac:spMkLst>
        </pc:spChg>
        <pc:spChg chg="mod ord">
          <ac:chgData name="진웅 정" userId="aaf933adc6ee6411" providerId="LiveId" clId="{789F4E2E-0626-4059-BAD6-27435DF1B0F7}" dt="2025-10-13T07:18:30.847" v="8" actId="13822"/>
          <ac:spMkLst>
            <pc:docMk/>
            <pc:sldMk cId="4172897482" sldId="330"/>
            <ac:spMk id="5" creationId="{88255B64-DBAB-0297-6BE5-F61799810BEB}"/>
          </ac:spMkLst>
        </pc:spChg>
        <pc:spChg chg="mod ord">
          <ac:chgData name="진웅 정" userId="aaf933adc6ee6411" providerId="LiveId" clId="{789F4E2E-0626-4059-BAD6-27435DF1B0F7}" dt="2025-10-13T07:20:28.968" v="24" actId="1076"/>
          <ac:spMkLst>
            <pc:docMk/>
            <pc:sldMk cId="4172897482" sldId="330"/>
            <ac:spMk id="6" creationId="{02D284DD-3BBB-1A2B-E41E-F7735513B105}"/>
          </ac:spMkLst>
        </pc:spChg>
        <pc:spChg chg="mod">
          <ac:chgData name="진웅 정" userId="aaf933adc6ee6411" providerId="LiveId" clId="{789F4E2E-0626-4059-BAD6-27435DF1B0F7}" dt="2025-10-13T07:23:55.958" v="49" actId="1076"/>
          <ac:spMkLst>
            <pc:docMk/>
            <pc:sldMk cId="4172897482" sldId="330"/>
            <ac:spMk id="7" creationId="{235FD7D1-E821-C5E5-5374-A6DCDF58B093}"/>
          </ac:spMkLst>
        </pc:spChg>
        <pc:spChg chg="mod">
          <ac:chgData name="진웅 정" userId="aaf933adc6ee6411" providerId="LiveId" clId="{789F4E2E-0626-4059-BAD6-27435DF1B0F7}" dt="2025-10-13T07:24:47.448" v="57" actId="1076"/>
          <ac:spMkLst>
            <pc:docMk/>
            <pc:sldMk cId="4172897482" sldId="330"/>
            <ac:spMk id="8" creationId="{D73DD989-BE9C-78EA-0C69-28BC71E50510}"/>
          </ac:spMkLst>
        </pc:spChg>
        <pc:spChg chg="add mod">
          <ac:chgData name="진웅 정" userId="aaf933adc6ee6411" providerId="LiveId" clId="{789F4E2E-0626-4059-BAD6-27435DF1B0F7}" dt="2025-10-13T07:20:20.806" v="23" actId="14100"/>
          <ac:spMkLst>
            <pc:docMk/>
            <pc:sldMk cId="4172897482" sldId="330"/>
            <ac:spMk id="9" creationId="{C7B3B4AD-5909-7A48-8C36-9E14653D9756}"/>
          </ac:spMkLst>
        </pc:spChg>
        <pc:spChg chg="add mod ord">
          <ac:chgData name="진웅 정" userId="aaf933adc6ee6411" providerId="LiveId" clId="{789F4E2E-0626-4059-BAD6-27435DF1B0F7}" dt="2025-10-13T07:23:52.479" v="48" actId="14100"/>
          <ac:spMkLst>
            <pc:docMk/>
            <pc:sldMk cId="4172897482" sldId="330"/>
            <ac:spMk id="10" creationId="{FE690692-F48A-F7CC-E253-6FF057B51AAA}"/>
          </ac:spMkLst>
        </pc:spChg>
        <pc:spChg chg="add mod ord">
          <ac:chgData name="진웅 정" userId="aaf933adc6ee6411" providerId="LiveId" clId="{789F4E2E-0626-4059-BAD6-27435DF1B0F7}" dt="2025-10-13T07:24:45.354" v="56" actId="1076"/>
          <ac:spMkLst>
            <pc:docMk/>
            <pc:sldMk cId="4172897482" sldId="330"/>
            <ac:spMk id="11" creationId="{AFEC2286-D1E7-F54A-870C-927DB4DE642C}"/>
          </ac:spMkLst>
        </pc:spChg>
        <pc:spChg chg="mod ord">
          <ac:chgData name="진웅 정" userId="aaf933adc6ee6411" providerId="LiveId" clId="{789F4E2E-0626-4059-BAD6-27435DF1B0F7}" dt="2025-10-13T19:29:34.619" v="836" actId="17032"/>
          <ac:spMkLst>
            <pc:docMk/>
            <pc:sldMk cId="4172897482" sldId="330"/>
            <ac:spMk id="13" creationId="{953D2988-3C23-5807-9E90-6C297F49A486}"/>
          </ac:spMkLst>
        </pc:spChg>
        <pc:spChg chg="mod ord">
          <ac:chgData name="진웅 정" userId="aaf933adc6ee6411" providerId="LiveId" clId="{789F4E2E-0626-4059-BAD6-27435DF1B0F7}" dt="2025-10-13T07:20:44.028" v="26" actId="1076"/>
          <ac:spMkLst>
            <pc:docMk/>
            <pc:sldMk cId="4172897482" sldId="330"/>
            <ac:spMk id="14" creationId="{98D409F6-124D-322A-A76B-8DF7B3F8DC2C}"/>
          </ac:spMkLst>
        </pc:spChg>
        <pc:spChg chg="mod">
          <ac:chgData name="진웅 정" userId="aaf933adc6ee6411" providerId="LiveId" clId="{789F4E2E-0626-4059-BAD6-27435DF1B0F7}" dt="2025-10-13T07:24:04.159" v="51" actId="1076"/>
          <ac:spMkLst>
            <pc:docMk/>
            <pc:sldMk cId="4172897482" sldId="330"/>
            <ac:spMk id="15" creationId="{44EFAEB3-8CD1-EEE8-A424-32EC034E8593}"/>
          </ac:spMkLst>
        </pc:spChg>
        <pc:spChg chg="mod">
          <ac:chgData name="진웅 정" userId="aaf933adc6ee6411" providerId="LiveId" clId="{789F4E2E-0626-4059-BAD6-27435DF1B0F7}" dt="2025-10-13T07:24:51.241" v="58" actId="1076"/>
          <ac:spMkLst>
            <pc:docMk/>
            <pc:sldMk cId="4172897482" sldId="330"/>
            <ac:spMk id="16" creationId="{C8D7AFDC-A9FF-4E0C-31A7-291095CC4F88}"/>
          </ac:spMkLst>
        </pc:spChg>
        <pc:spChg chg="ord">
          <ac:chgData name="진웅 정" userId="aaf933adc6ee6411" providerId="LiveId" clId="{789F4E2E-0626-4059-BAD6-27435DF1B0F7}" dt="2025-10-13T07:23:44.194" v="47" actId="167"/>
          <ac:spMkLst>
            <pc:docMk/>
            <pc:sldMk cId="4172897482" sldId="330"/>
            <ac:spMk id="18" creationId="{DB183681-E070-690D-15C0-70B448636CFC}"/>
          </ac:spMkLst>
        </pc:spChg>
        <pc:picChg chg="add mod">
          <ac:chgData name="진웅 정" userId="aaf933adc6ee6411" providerId="LiveId" clId="{789F4E2E-0626-4059-BAD6-27435DF1B0F7}" dt="2025-10-14T00:06:21.751" v="961"/>
          <ac:picMkLst>
            <pc:docMk/>
            <pc:sldMk cId="4172897482" sldId="330"/>
            <ac:picMk id="12" creationId="{E64C0571-8A95-944D-D501-92A35D3A1477}"/>
          </ac:picMkLst>
        </pc:picChg>
      </pc:sldChg>
      <pc:sldChg chg="addSp modSp mod modAnim">
        <pc:chgData name="진웅 정" userId="aaf933adc6ee6411" providerId="LiveId" clId="{789F4E2E-0626-4059-BAD6-27435DF1B0F7}" dt="2025-10-14T00:06:23.276" v="962"/>
        <pc:sldMkLst>
          <pc:docMk/>
          <pc:sldMk cId="3687729910" sldId="331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3687729910" sldId="331"/>
            <ac:spMk id="2" creationId="{788B67B1-C887-F5CE-7212-49AD8BF5F27B}"/>
          </ac:spMkLst>
        </pc:spChg>
        <pc:spChg chg="mod">
          <ac:chgData name="진웅 정" userId="aaf933adc6ee6411" providerId="LiveId" clId="{789F4E2E-0626-4059-BAD6-27435DF1B0F7}" dt="2025-10-13T08:19:29.665" v="215" actId="1076"/>
          <ac:spMkLst>
            <pc:docMk/>
            <pc:sldMk cId="3687729910" sldId="331"/>
            <ac:spMk id="5" creationId="{66F3CC80-28DD-87AC-68CF-C873C2A3EE2D}"/>
          </ac:spMkLst>
        </pc:spChg>
        <pc:spChg chg="mod ord">
          <ac:chgData name="진웅 정" userId="aaf933adc6ee6411" providerId="LiveId" clId="{789F4E2E-0626-4059-BAD6-27435DF1B0F7}" dt="2025-10-13T08:34:21.466" v="294" actId="207"/>
          <ac:spMkLst>
            <pc:docMk/>
            <pc:sldMk cId="3687729910" sldId="331"/>
            <ac:spMk id="6" creationId="{8897E809-0C1C-37E1-660D-4436E7E18646}"/>
          </ac:spMkLst>
        </pc:spChg>
        <pc:spChg chg="mod">
          <ac:chgData name="진웅 정" userId="aaf933adc6ee6411" providerId="LiveId" clId="{789F4E2E-0626-4059-BAD6-27435DF1B0F7}" dt="2025-10-13T08:32:26.961" v="238" actId="1076"/>
          <ac:spMkLst>
            <pc:docMk/>
            <pc:sldMk cId="3687729910" sldId="331"/>
            <ac:spMk id="7" creationId="{4BD68842-B22C-CF87-99F7-26CF633884C3}"/>
          </ac:spMkLst>
        </pc:spChg>
        <pc:spChg chg="mod">
          <ac:chgData name="진웅 정" userId="aaf933adc6ee6411" providerId="LiveId" clId="{789F4E2E-0626-4059-BAD6-27435DF1B0F7}" dt="2025-10-13T08:34:36.195" v="297" actId="207"/>
          <ac:spMkLst>
            <pc:docMk/>
            <pc:sldMk cId="3687729910" sldId="331"/>
            <ac:spMk id="8" creationId="{6F728369-2968-EDE0-0C5E-33F7FDC92504}"/>
          </ac:spMkLst>
        </pc:spChg>
        <pc:spChg chg="mod">
          <ac:chgData name="진웅 정" userId="aaf933adc6ee6411" providerId="LiveId" clId="{789F4E2E-0626-4059-BAD6-27435DF1B0F7}" dt="2025-10-13T08:33:06.935" v="246" actId="1076"/>
          <ac:spMkLst>
            <pc:docMk/>
            <pc:sldMk cId="3687729910" sldId="331"/>
            <ac:spMk id="9" creationId="{1DB487D3-4A81-5D65-5B4C-D3FC821F392F}"/>
          </ac:spMkLst>
        </pc:spChg>
        <pc:spChg chg="mod">
          <ac:chgData name="진웅 정" userId="aaf933adc6ee6411" providerId="LiveId" clId="{789F4E2E-0626-4059-BAD6-27435DF1B0F7}" dt="2025-10-13T08:34:40.885" v="298" actId="207"/>
          <ac:spMkLst>
            <pc:docMk/>
            <pc:sldMk cId="3687729910" sldId="331"/>
            <ac:spMk id="10" creationId="{75F59E23-0A1C-15E9-3EEE-7A03BE06951C}"/>
          </ac:spMkLst>
        </pc:spChg>
        <pc:spChg chg="mod">
          <ac:chgData name="진웅 정" userId="aaf933adc6ee6411" providerId="LiveId" clId="{789F4E2E-0626-4059-BAD6-27435DF1B0F7}" dt="2025-10-13T08:33:49.914" v="293" actId="1076"/>
          <ac:spMkLst>
            <pc:docMk/>
            <pc:sldMk cId="3687729910" sldId="331"/>
            <ac:spMk id="11" creationId="{7A7F58DB-D4B5-009D-E973-4ECBFD2F6D94}"/>
          </ac:spMkLst>
        </pc:spChg>
        <pc:spChg chg="add mod ord">
          <ac:chgData name="진웅 정" userId="aaf933adc6ee6411" providerId="LiveId" clId="{789F4E2E-0626-4059-BAD6-27435DF1B0F7}" dt="2025-10-13T08:32:33.290" v="239"/>
          <ac:spMkLst>
            <pc:docMk/>
            <pc:sldMk cId="3687729910" sldId="331"/>
            <ac:spMk id="12" creationId="{4A82BF78-7F1A-68F9-ABE7-F7A9669F092E}"/>
          </ac:spMkLst>
        </pc:spChg>
        <pc:spChg chg="add mod ord">
          <ac:chgData name="진웅 정" userId="aaf933adc6ee6411" providerId="LiveId" clId="{789F4E2E-0626-4059-BAD6-27435DF1B0F7}" dt="2025-10-13T08:33:09.312" v="247"/>
          <ac:spMkLst>
            <pc:docMk/>
            <pc:sldMk cId="3687729910" sldId="331"/>
            <ac:spMk id="13" creationId="{C575A1DC-675B-84B7-AEA0-A88B235CD9B6}"/>
          </ac:spMkLst>
        </pc:spChg>
        <pc:spChg chg="mod">
          <ac:chgData name="진웅 정" userId="aaf933adc6ee6411" providerId="LiveId" clId="{789F4E2E-0626-4059-BAD6-27435DF1B0F7}" dt="2025-10-13T19:32:06.836" v="850" actId="688"/>
          <ac:spMkLst>
            <pc:docMk/>
            <pc:sldMk cId="3687729910" sldId="331"/>
            <ac:spMk id="16" creationId="{FE6472A3-9F5B-F048-4C7E-D917DC56D2A9}"/>
          </ac:spMkLst>
        </pc:spChg>
        <pc:spChg chg="add mod ord">
          <ac:chgData name="진웅 정" userId="aaf933adc6ee6411" providerId="LiveId" clId="{789F4E2E-0626-4059-BAD6-27435DF1B0F7}" dt="2025-10-13T08:33:42.956" v="292" actId="1076"/>
          <ac:spMkLst>
            <pc:docMk/>
            <pc:sldMk cId="3687729910" sldId="331"/>
            <ac:spMk id="17" creationId="{6532F7BC-1B33-D4B7-9865-375FC1B88D8C}"/>
          </ac:spMkLst>
        </pc:spChg>
        <pc:picChg chg="add mod">
          <ac:chgData name="진웅 정" userId="aaf933adc6ee6411" providerId="LiveId" clId="{789F4E2E-0626-4059-BAD6-27435DF1B0F7}" dt="2025-10-14T00:06:23.276" v="962"/>
          <ac:picMkLst>
            <pc:docMk/>
            <pc:sldMk cId="3687729910" sldId="331"/>
            <ac:picMk id="18" creationId="{D65FAC7F-A1F3-85D1-C4EB-62B5CF10F78D}"/>
          </ac:picMkLst>
        </pc:picChg>
      </pc:sldChg>
      <pc:sldChg chg="addSp modSp">
        <pc:chgData name="진웅 정" userId="aaf933adc6ee6411" providerId="LiveId" clId="{789F4E2E-0626-4059-BAD6-27435DF1B0F7}" dt="2025-10-14T00:06:26.416" v="963"/>
        <pc:sldMkLst>
          <pc:docMk/>
          <pc:sldMk cId="2911701814" sldId="332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911701814" sldId="332"/>
            <ac:spMk id="2" creationId="{865CF2CF-624A-D94C-62DD-3231E2001755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2911701814" sldId="332"/>
            <ac:spMk id="3" creationId="{2F8D75CC-1873-340C-DEBA-7C30205EF80C}"/>
          </ac:spMkLst>
        </pc:spChg>
        <pc:picChg chg="add mod">
          <ac:chgData name="진웅 정" userId="aaf933adc6ee6411" providerId="LiveId" clId="{789F4E2E-0626-4059-BAD6-27435DF1B0F7}" dt="2025-10-14T00:06:26.416" v="963"/>
          <ac:picMkLst>
            <pc:docMk/>
            <pc:sldMk cId="2911701814" sldId="332"/>
            <ac:picMk id="5" creationId="{37798699-ED33-9088-648C-24EECF37DF8B}"/>
          </ac:picMkLst>
        </pc:picChg>
      </pc:sldChg>
      <pc:sldChg chg="addSp delSp modSp mod modAnim">
        <pc:chgData name="진웅 정" userId="aaf933adc6ee6411" providerId="LiveId" clId="{789F4E2E-0626-4059-BAD6-27435DF1B0F7}" dt="2025-10-14T00:06:28.603" v="964"/>
        <pc:sldMkLst>
          <pc:docMk/>
          <pc:sldMk cId="908572021" sldId="333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908572021" sldId="333"/>
            <ac:spMk id="2" creationId="{422957FB-31CE-D611-3AEF-A26E9B1EBF04}"/>
          </ac:spMkLst>
        </pc:spChg>
        <pc:spChg chg="del mod ord">
          <ac:chgData name="진웅 정" userId="aaf933adc6ee6411" providerId="LiveId" clId="{789F4E2E-0626-4059-BAD6-27435DF1B0F7}" dt="2025-10-13T18:59:24.219" v="556" actId="478"/>
          <ac:spMkLst>
            <pc:docMk/>
            <pc:sldMk cId="908572021" sldId="333"/>
            <ac:spMk id="3" creationId="{C8885641-9EFE-6C39-F765-A045EABDB53E}"/>
          </ac:spMkLst>
        </pc:spChg>
        <pc:spChg chg="add mod ord">
          <ac:chgData name="진웅 정" userId="aaf933adc6ee6411" providerId="LiveId" clId="{789F4E2E-0626-4059-BAD6-27435DF1B0F7}" dt="2025-10-13T18:53:50.069" v="362" actId="14100"/>
          <ac:spMkLst>
            <pc:docMk/>
            <pc:sldMk cId="908572021" sldId="333"/>
            <ac:spMk id="5" creationId="{7F30868B-5976-CD8C-74B4-B66D5FCFA3E3}"/>
          </ac:spMkLst>
        </pc:spChg>
        <pc:spChg chg="add mod ord">
          <ac:chgData name="진웅 정" userId="aaf933adc6ee6411" providerId="LiveId" clId="{789F4E2E-0626-4059-BAD6-27435DF1B0F7}" dt="2025-10-13T19:19:47.940" v="756" actId="14100"/>
          <ac:spMkLst>
            <pc:docMk/>
            <pc:sldMk cId="908572021" sldId="333"/>
            <ac:spMk id="7" creationId="{1EB821EC-F309-0609-A41F-DBDE7D5B7B6E}"/>
          </ac:spMkLst>
        </pc:spChg>
        <pc:spChg chg="add mod">
          <ac:chgData name="진웅 정" userId="aaf933adc6ee6411" providerId="LiveId" clId="{789F4E2E-0626-4059-BAD6-27435DF1B0F7}" dt="2025-10-13T19:18:52.087" v="751" actId="208"/>
          <ac:spMkLst>
            <pc:docMk/>
            <pc:sldMk cId="908572021" sldId="333"/>
            <ac:spMk id="8" creationId="{8F6A340A-7065-F584-41BA-F303231D0B1B}"/>
          </ac:spMkLst>
        </pc:spChg>
        <pc:spChg chg="add mod">
          <ac:chgData name="진웅 정" userId="aaf933adc6ee6411" providerId="LiveId" clId="{789F4E2E-0626-4059-BAD6-27435DF1B0F7}" dt="2025-10-13T19:19:51.961" v="757" actId="1076"/>
          <ac:spMkLst>
            <pc:docMk/>
            <pc:sldMk cId="908572021" sldId="333"/>
            <ac:spMk id="9" creationId="{31A7F9EE-2F00-FBFA-5D71-B89275E56EC8}"/>
          </ac:spMkLst>
        </pc:spChg>
        <pc:spChg chg="del mod">
          <ac:chgData name="진웅 정" userId="aaf933adc6ee6411" providerId="LiveId" clId="{789F4E2E-0626-4059-BAD6-27435DF1B0F7}" dt="2025-10-13T18:57:13.507" v="441" actId="478"/>
          <ac:spMkLst>
            <pc:docMk/>
            <pc:sldMk cId="908572021" sldId="333"/>
            <ac:spMk id="11" creationId="{21526153-CCF6-EAA2-0076-594BE962B547}"/>
          </ac:spMkLst>
        </pc:spChg>
        <pc:spChg chg="add mod ord">
          <ac:chgData name="진웅 정" userId="aaf933adc6ee6411" providerId="LiveId" clId="{789F4E2E-0626-4059-BAD6-27435DF1B0F7}" dt="2025-10-13T18:59:42.189" v="570" actId="171"/>
          <ac:spMkLst>
            <pc:docMk/>
            <pc:sldMk cId="908572021" sldId="333"/>
            <ac:spMk id="13" creationId="{755F2C4C-278F-9CA7-8714-31D5E9D84944}"/>
          </ac:spMkLst>
        </pc:spChg>
        <pc:picChg chg="add mod">
          <ac:chgData name="진웅 정" userId="aaf933adc6ee6411" providerId="LiveId" clId="{789F4E2E-0626-4059-BAD6-27435DF1B0F7}" dt="2025-10-14T00:06:28.603" v="964"/>
          <ac:picMkLst>
            <pc:docMk/>
            <pc:sldMk cId="908572021" sldId="333"/>
            <ac:picMk id="3" creationId="{ABF60547-BBD7-61CE-98AD-7706F01A3EC9}"/>
          </ac:picMkLst>
        </pc:picChg>
        <pc:picChg chg="del">
          <ac:chgData name="진웅 정" userId="aaf933adc6ee6411" providerId="LiveId" clId="{789F4E2E-0626-4059-BAD6-27435DF1B0F7}" dt="2025-10-13T18:56:24.496" v="379" actId="478"/>
          <ac:picMkLst>
            <pc:docMk/>
            <pc:sldMk cId="908572021" sldId="333"/>
            <ac:picMk id="4" creationId="{60DAE5E2-E70B-4AA5-F6FF-BB4A6CFA9CA3}"/>
          </ac:picMkLst>
        </pc:picChg>
        <pc:picChg chg="mod">
          <ac:chgData name="진웅 정" userId="aaf933adc6ee6411" providerId="LiveId" clId="{789F4E2E-0626-4059-BAD6-27435DF1B0F7}" dt="2025-10-13T19:18:35.549" v="750" actId="1440"/>
          <ac:picMkLst>
            <pc:docMk/>
            <pc:sldMk cId="908572021" sldId="333"/>
            <ac:picMk id="6" creationId="{645BC6FF-6E22-DBA5-0EAF-0084C64646D8}"/>
          </ac:picMkLst>
        </pc:picChg>
        <pc:picChg chg="mod">
          <ac:chgData name="진웅 정" userId="aaf933adc6ee6411" providerId="LiveId" clId="{789F4E2E-0626-4059-BAD6-27435DF1B0F7}" dt="2025-10-13T19:19:31.582" v="754" actId="1076"/>
          <ac:picMkLst>
            <pc:docMk/>
            <pc:sldMk cId="908572021" sldId="333"/>
            <ac:picMk id="10" creationId="{61D4335F-8FB0-D53B-1FC9-476156EFDC72}"/>
          </ac:picMkLst>
        </pc:picChg>
      </pc:sldChg>
      <pc:sldChg chg="addSp modSp mod">
        <pc:chgData name="진웅 정" userId="aaf933adc6ee6411" providerId="LiveId" clId="{789F4E2E-0626-4059-BAD6-27435DF1B0F7}" dt="2025-10-14T00:06:49.277" v="967"/>
        <pc:sldMkLst>
          <pc:docMk/>
          <pc:sldMk cId="2281710494" sldId="334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281710494" sldId="334"/>
            <ac:spMk id="2" creationId="{0AB8B7B0-B583-0707-41D7-AFB6E5102DEB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2281710494" sldId="334"/>
            <ac:spMk id="3" creationId="{283209A5-419F-C4DD-EE63-826C3B5602BD}"/>
          </ac:spMkLst>
        </pc:spChg>
        <pc:picChg chg="add mod">
          <ac:chgData name="진웅 정" userId="aaf933adc6ee6411" providerId="LiveId" clId="{789F4E2E-0626-4059-BAD6-27435DF1B0F7}" dt="2025-10-14T00:06:49.277" v="967"/>
          <ac:picMkLst>
            <pc:docMk/>
            <pc:sldMk cId="2281710494" sldId="334"/>
            <ac:picMk id="5" creationId="{E0093AE7-A298-4F0E-6119-C4957BBE24D6}"/>
          </ac:picMkLst>
        </pc:picChg>
        <pc:picChg chg="mod">
          <ac:chgData name="진웅 정" userId="aaf933adc6ee6411" providerId="LiveId" clId="{789F4E2E-0626-4059-BAD6-27435DF1B0F7}" dt="2025-10-13T19:20:20.056" v="758" actId="1076"/>
          <ac:picMkLst>
            <pc:docMk/>
            <pc:sldMk cId="2281710494" sldId="334"/>
            <ac:picMk id="6" creationId="{5D77C914-86AF-9CC6-8F58-561DA7937E43}"/>
          </ac:picMkLst>
        </pc:picChg>
        <pc:picChg chg="mod">
          <ac:chgData name="진웅 정" userId="aaf933adc6ee6411" providerId="LiveId" clId="{789F4E2E-0626-4059-BAD6-27435DF1B0F7}" dt="2025-10-13T19:20:23.489" v="759" actId="1076"/>
          <ac:picMkLst>
            <pc:docMk/>
            <pc:sldMk cId="2281710494" sldId="334"/>
            <ac:picMk id="8" creationId="{869A42ED-F174-649D-9FA0-CE25C0E722FB}"/>
          </ac:picMkLst>
        </pc:picChg>
      </pc:sldChg>
      <pc:sldChg chg="addSp modSp mod modAnim">
        <pc:chgData name="진웅 정" userId="aaf933adc6ee6411" providerId="LiveId" clId="{789F4E2E-0626-4059-BAD6-27435DF1B0F7}" dt="2025-10-14T00:06:54.427" v="970"/>
        <pc:sldMkLst>
          <pc:docMk/>
          <pc:sldMk cId="2002647956" sldId="335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002647956" sldId="335"/>
            <ac:spMk id="2" creationId="{35AA1FF3-452C-4C9C-4EDC-DDD547BAF2AE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2002647956" sldId="335"/>
            <ac:spMk id="3" creationId="{C9D9CE78-2B68-0338-7678-811623EE9EFF}"/>
          </ac:spMkLst>
        </pc:spChg>
        <pc:spChg chg="mod">
          <ac:chgData name="진웅 정" userId="aaf933adc6ee6411" providerId="LiveId" clId="{789F4E2E-0626-4059-BAD6-27435DF1B0F7}" dt="2025-10-13T19:03:14.602" v="601" actId="255"/>
          <ac:spMkLst>
            <pc:docMk/>
            <pc:sldMk cId="2002647956" sldId="335"/>
            <ac:spMk id="5" creationId="{D332F0FF-791F-2E64-E19A-ADB6E366A3B1}"/>
          </ac:spMkLst>
        </pc:spChg>
        <pc:picChg chg="add mod">
          <ac:chgData name="진웅 정" userId="aaf933adc6ee6411" providerId="LiveId" clId="{789F4E2E-0626-4059-BAD6-27435DF1B0F7}" dt="2025-10-14T00:06:54.427" v="970"/>
          <ac:picMkLst>
            <pc:docMk/>
            <pc:sldMk cId="2002647956" sldId="335"/>
            <ac:picMk id="6" creationId="{29DBABE3-8126-3115-5E41-1D50C3CA4C22}"/>
          </ac:picMkLst>
        </pc:picChg>
      </pc:sldChg>
      <pc:sldChg chg="addSp modSp mod modAnim">
        <pc:chgData name="진웅 정" userId="aaf933adc6ee6411" providerId="LiveId" clId="{789F4E2E-0626-4059-BAD6-27435DF1B0F7}" dt="2025-10-14T00:06:55.509" v="971"/>
        <pc:sldMkLst>
          <pc:docMk/>
          <pc:sldMk cId="333674637" sldId="336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333674637" sldId="336"/>
            <ac:spMk id="2" creationId="{5C1DDB99-73A2-B9D3-C7EF-CF9CEAAABA45}"/>
          </ac:spMkLst>
        </pc:spChg>
        <pc:spChg chg="mod">
          <ac:chgData name="진웅 정" userId="aaf933adc6ee6411" providerId="LiveId" clId="{789F4E2E-0626-4059-BAD6-27435DF1B0F7}" dt="2025-10-13T19:03:26.398" v="603" actId="255"/>
          <ac:spMkLst>
            <pc:docMk/>
            <pc:sldMk cId="333674637" sldId="336"/>
            <ac:spMk id="7" creationId="{FDB843B9-C44D-44EC-36BF-E1509E34F85B}"/>
          </ac:spMkLst>
        </pc:spChg>
        <pc:spChg chg="mod">
          <ac:chgData name="진웅 정" userId="aaf933adc6ee6411" providerId="LiveId" clId="{789F4E2E-0626-4059-BAD6-27435DF1B0F7}" dt="2025-10-13T19:03:21.615" v="602" actId="255"/>
          <ac:spMkLst>
            <pc:docMk/>
            <pc:sldMk cId="333674637" sldId="336"/>
            <ac:spMk id="8" creationId="{63674C24-3E2D-8332-DEFF-EBC8BEE051FD}"/>
          </ac:spMkLst>
        </pc:spChg>
        <pc:picChg chg="add mod">
          <ac:chgData name="진웅 정" userId="aaf933adc6ee6411" providerId="LiveId" clId="{789F4E2E-0626-4059-BAD6-27435DF1B0F7}" dt="2025-10-14T00:06:55.509" v="971"/>
          <ac:picMkLst>
            <pc:docMk/>
            <pc:sldMk cId="333674637" sldId="336"/>
            <ac:picMk id="3" creationId="{3798B231-CCC0-BE63-0C55-347725DF2E1D}"/>
          </ac:picMkLst>
        </pc:picChg>
        <pc:picChg chg="mod">
          <ac:chgData name="진웅 정" userId="aaf933adc6ee6411" providerId="LiveId" clId="{789F4E2E-0626-4059-BAD6-27435DF1B0F7}" dt="2025-10-13T19:01:39.206" v="585" actId="1076"/>
          <ac:picMkLst>
            <pc:docMk/>
            <pc:sldMk cId="333674637" sldId="336"/>
            <ac:picMk id="10" creationId="{0626EE26-485F-62BC-53BD-E224A32E7739}"/>
          </ac:picMkLst>
        </pc:picChg>
        <pc:picChg chg="mod">
          <ac:chgData name="진웅 정" userId="aaf933adc6ee6411" providerId="LiveId" clId="{789F4E2E-0626-4059-BAD6-27435DF1B0F7}" dt="2025-10-13T07:45:56.713" v="212" actId="1076"/>
          <ac:picMkLst>
            <pc:docMk/>
            <pc:sldMk cId="333674637" sldId="336"/>
            <ac:picMk id="12" creationId="{7DAA5C2B-78E8-3AC0-29F0-EE9760A06DA4}"/>
          </ac:picMkLst>
        </pc:picChg>
        <pc:picChg chg="mod">
          <ac:chgData name="진웅 정" userId="aaf933adc6ee6411" providerId="LiveId" clId="{789F4E2E-0626-4059-BAD6-27435DF1B0F7}" dt="2025-10-13T19:01:50.705" v="589" actId="1076"/>
          <ac:picMkLst>
            <pc:docMk/>
            <pc:sldMk cId="333674637" sldId="336"/>
            <ac:picMk id="16" creationId="{8FA56014-3D44-BC56-943C-10F3F32C4249}"/>
          </ac:picMkLst>
        </pc:picChg>
        <pc:picChg chg="mod">
          <ac:chgData name="진웅 정" userId="aaf933adc6ee6411" providerId="LiveId" clId="{789F4E2E-0626-4059-BAD6-27435DF1B0F7}" dt="2025-10-13T19:01:32.007" v="583" actId="1076"/>
          <ac:picMkLst>
            <pc:docMk/>
            <pc:sldMk cId="333674637" sldId="336"/>
            <ac:picMk id="18" creationId="{CBA55037-EEA6-43CE-287F-92A2A21CAF96}"/>
          </ac:picMkLst>
        </pc:picChg>
      </pc:sldChg>
      <pc:sldChg chg="addSp modSp">
        <pc:chgData name="진웅 정" userId="aaf933adc6ee6411" providerId="LiveId" clId="{789F4E2E-0626-4059-BAD6-27435DF1B0F7}" dt="2025-10-14T00:06:57.052" v="972"/>
        <pc:sldMkLst>
          <pc:docMk/>
          <pc:sldMk cId="2670386365" sldId="337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2670386365" sldId="337"/>
            <ac:spMk id="2" creationId="{47AD4D29-1F19-CE45-CDE7-0E7D2C39B6DB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2670386365" sldId="337"/>
            <ac:spMk id="3" creationId="{E83162AE-6579-8CD1-E9B8-FAF9D9D7194E}"/>
          </ac:spMkLst>
        </pc:spChg>
        <pc:picChg chg="add mod">
          <ac:chgData name="진웅 정" userId="aaf933adc6ee6411" providerId="LiveId" clId="{789F4E2E-0626-4059-BAD6-27435DF1B0F7}" dt="2025-10-14T00:06:57.052" v="972"/>
          <ac:picMkLst>
            <pc:docMk/>
            <pc:sldMk cId="2670386365" sldId="337"/>
            <ac:picMk id="5" creationId="{C6D3B7BD-89E8-7931-F8EB-3239B573FBDD}"/>
          </ac:picMkLst>
        </pc:picChg>
      </pc:sldChg>
      <pc:sldChg chg="addSp modSp">
        <pc:chgData name="진웅 정" userId="aaf933adc6ee6411" providerId="LiveId" clId="{789F4E2E-0626-4059-BAD6-27435DF1B0F7}" dt="2025-10-14T00:06:58.552" v="973"/>
        <pc:sldMkLst>
          <pc:docMk/>
          <pc:sldMk cId="1501709258" sldId="338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501709258" sldId="338"/>
            <ac:spMk id="2" creationId="{B55B43D5-A54B-DE62-1E95-CE2839C924A7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1501709258" sldId="338"/>
            <ac:spMk id="3" creationId="{F4455A86-8C5A-8B67-0625-AA2D44A6AA74}"/>
          </ac:spMkLst>
        </pc:spChg>
        <pc:picChg chg="add mod">
          <ac:chgData name="진웅 정" userId="aaf933adc6ee6411" providerId="LiveId" clId="{789F4E2E-0626-4059-BAD6-27435DF1B0F7}" dt="2025-10-14T00:06:58.552" v="973"/>
          <ac:picMkLst>
            <pc:docMk/>
            <pc:sldMk cId="1501709258" sldId="338"/>
            <ac:picMk id="5" creationId="{22B38213-A984-C171-E39E-2C13C053CEF6}"/>
          </ac:picMkLst>
        </pc:picChg>
      </pc:sldChg>
      <pc:sldChg chg="addSp modSp mod">
        <pc:chgData name="진웅 정" userId="aaf933adc6ee6411" providerId="LiveId" clId="{789F4E2E-0626-4059-BAD6-27435DF1B0F7}" dt="2025-10-14T00:06:59.770" v="974"/>
        <pc:sldMkLst>
          <pc:docMk/>
          <pc:sldMk cId="4293985973" sldId="339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4293985973" sldId="339"/>
            <ac:spMk id="2" creationId="{95F6671D-D645-B4EA-4B74-14D5845D381F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4293985973" sldId="339"/>
            <ac:spMk id="3" creationId="{9F0331DF-3D05-209E-8AFA-EA1BA1E312BC}"/>
          </ac:spMkLst>
        </pc:spChg>
        <pc:picChg chg="add mod">
          <ac:chgData name="진웅 정" userId="aaf933adc6ee6411" providerId="LiveId" clId="{789F4E2E-0626-4059-BAD6-27435DF1B0F7}" dt="2025-10-14T00:06:59.770" v="974"/>
          <ac:picMkLst>
            <pc:docMk/>
            <pc:sldMk cId="4293985973" sldId="339"/>
            <ac:picMk id="5" creationId="{F6491ED5-6C9B-67A7-C972-FA803F2D0F14}"/>
          </ac:picMkLst>
        </pc:picChg>
        <pc:picChg chg="mod">
          <ac:chgData name="진웅 정" userId="aaf933adc6ee6411" providerId="LiveId" clId="{789F4E2E-0626-4059-BAD6-27435DF1B0F7}" dt="2025-10-13T08:44:41.526" v="318" actId="14100"/>
          <ac:picMkLst>
            <pc:docMk/>
            <pc:sldMk cId="4293985973" sldId="339"/>
            <ac:picMk id="7" creationId="{A03A1F4A-2F70-9EE2-7F62-D00A34F5EA18}"/>
          </ac:picMkLst>
        </pc:picChg>
      </pc:sldChg>
      <pc:sldChg chg="addSp delSp modSp mod ord">
        <pc:chgData name="진웅 정" userId="aaf933adc6ee6411" providerId="LiveId" clId="{789F4E2E-0626-4059-BAD6-27435DF1B0F7}" dt="2025-10-14T00:05:52.621" v="953" actId="29295"/>
        <pc:sldMkLst>
          <pc:docMk/>
          <pc:sldMk cId="1549117735" sldId="340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549117735" sldId="340"/>
            <ac:spMk id="2" creationId="{5838B451-D8F2-9F13-022A-2B3ADDD3607B}"/>
          </ac:spMkLst>
        </pc:spChg>
        <pc:spChg chg="mod">
          <ac:chgData name="진웅 정" userId="aaf933adc6ee6411" providerId="LiveId" clId="{789F4E2E-0626-4059-BAD6-27435DF1B0F7}" dt="2025-10-13T07:32:21.084" v="136"/>
          <ac:spMkLst>
            <pc:docMk/>
            <pc:sldMk cId="1549117735" sldId="340"/>
            <ac:spMk id="3" creationId="{54462D01-3AAB-AF0D-A3CC-BD6E60C65FFB}"/>
          </ac:spMkLst>
        </pc:spChg>
        <pc:picChg chg="add del mod">
          <ac:chgData name="진웅 정" userId="aaf933adc6ee6411" providerId="LiveId" clId="{789F4E2E-0626-4059-BAD6-27435DF1B0F7}" dt="2025-10-14T00:05:25.111" v="948" actId="478"/>
          <ac:picMkLst>
            <pc:docMk/>
            <pc:sldMk cId="1549117735" sldId="340"/>
            <ac:picMk id="6" creationId="{4A519A7C-43B0-CB0C-B911-DD615E24A36C}"/>
          </ac:picMkLst>
        </pc:picChg>
        <pc:picChg chg="add mod">
          <ac:chgData name="진웅 정" userId="aaf933adc6ee6411" providerId="LiveId" clId="{789F4E2E-0626-4059-BAD6-27435DF1B0F7}" dt="2025-10-14T00:05:52.621" v="953" actId="29295"/>
          <ac:picMkLst>
            <pc:docMk/>
            <pc:sldMk cId="1549117735" sldId="340"/>
            <ac:picMk id="8" creationId="{2657B2DF-2850-D98A-D766-742858341F8F}"/>
          </ac:picMkLst>
        </pc:picChg>
      </pc:sldChg>
      <pc:sldChg chg="addSp delSp modSp mod ord modAnim">
        <pc:chgData name="진웅 정" userId="aaf933adc6ee6411" providerId="LiveId" clId="{789F4E2E-0626-4059-BAD6-27435DF1B0F7}" dt="2025-10-14T00:06:01.558" v="955"/>
        <pc:sldMkLst>
          <pc:docMk/>
          <pc:sldMk cId="465438964" sldId="341"/>
        </pc:sldMkLst>
        <pc:spChg chg="mod">
          <ac:chgData name="진웅 정" userId="aaf933adc6ee6411" providerId="LiveId" clId="{789F4E2E-0626-4059-BAD6-27435DF1B0F7}" dt="2025-10-13T19:16:25.441" v="744"/>
          <ac:spMkLst>
            <pc:docMk/>
            <pc:sldMk cId="465438964" sldId="341"/>
            <ac:spMk id="2" creationId="{A4FC7EF3-5F89-FED5-FDEB-30926458963A}"/>
          </ac:spMkLst>
        </pc:spChg>
        <pc:spChg chg="add del">
          <ac:chgData name="진웅 정" userId="aaf933adc6ee6411" providerId="LiveId" clId="{789F4E2E-0626-4059-BAD6-27435DF1B0F7}" dt="2025-10-13T19:04:13.644" v="607" actId="11529"/>
          <ac:spMkLst>
            <pc:docMk/>
            <pc:sldMk cId="465438964" sldId="341"/>
            <ac:spMk id="3" creationId="{89376373-1904-D5D3-E659-7FEE7A53F13C}"/>
          </ac:spMkLst>
        </pc:spChg>
        <pc:spChg chg="mod">
          <ac:chgData name="진웅 정" userId="aaf933adc6ee6411" providerId="LiveId" clId="{789F4E2E-0626-4059-BAD6-27435DF1B0F7}" dt="2025-10-13T19:16:35.242" v="746" actId="207"/>
          <ac:spMkLst>
            <pc:docMk/>
            <pc:sldMk cId="465438964" sldId="341"/>
            <ac:spMk id="4" creationId="{0C5A024C-68CF-E28C-7936-209D0666B37C}"/>
          </ac:spMkLst>
        </pc:spChg>
        <pc:spChg chg="add del mod">
          <ac:chgData name="진웅 정" userId="aaf933adc6ee6411" providerId="LiveId" clId="{789F4E2E-0626-4059-BAD6-27435DF1B0F7}" dt="2025-10-13T19:05:17.749" v="628" actId="11529"/>
          <ac:spMkLst>
            <pc:docMk/>
            <pc:sldMk cId="465438964" sldId="341"/>
            <ac:spMk id="5" creationId="{4FA78C32-623D-C247-4ED9-8B33F19852EC}"/>
          </ac:spMkLst>
        </pc:spChg>
        <pc:spChg chg="del mod ord">
          <ac:chgData name="진웅 정" userId="aaf933adc6ee6411" providerId="LiveId" clId="{789F4E2E-0626-4059-BAD6-27435DF1B0F7}" dt="2025-10-13T19:06:55.743" v="647" actId="478"/>
          <ac:spMkLst>
            <pc:docMk/>
            <pc:sldMk cId="465438964" sldId="341"/>
            <ac:spMk id="6" creationId="{53E48B6E-9163-07E7-5C1F-BA8E193094CE}"/>
          </ac:spMkLst>
        </pc:spChg>
        <pc:spChg chg="del mod">
          <ac:chgData name="진웅 정" userId="aaf933adc6ee6411" providerId="LiveId" clId="{789F4E2E-0626-4059-BAD6-27435DF1B0F7}" dt="2025-10-13T19:09:39.624" v="676" actId="478"/>
          <ac:spMkLst>
            <pc:docMk/>
            <pc:sldMk cId="465438964" sldId="341"/>
            <ac:spMk id="8" creationId="{754D14D9-9087-5D0F-BABC-BE2375C46E4B}"/>
          </ac:spMkLst>
        </pc:spChg>
        <pc:spChg chg="add mod">
          <ac:chgData name="진웅 정" userId="aaf933adc6ee6411" providerId="LiveId" clId="{789F4E2E-0626-4059-BAD6-27435DF1B0F7}" dt="2025-10-13T19:05:14.909" v="624" actId="1076"/>
          <ac:spMkLst>
            <pc:docMk/>
            <pc:sldMk cId="465438964" sldId="341"/>
            <ac:spMk id="9" creationId="{90E1164E-9BF5-8DCF-37F6-8D7A823EB700}"/>
          </ac:spMkLst>
        </pc:spChg>
        <pc:spChg chg="add mod">
          <ac:chgData name="진웅 정" userId="aaf933adc6ee6411" providerId="LiveId" clId="{789F4E2E-0626-4059-BAD6-27435DF1B0F7}" dt="2025-10-13T19:14:35.423" v="708" actId="14100"/>
          <ac:spMkLst>
            <pc:docMk/>
            <pc:sldMk cId="465438964" sldId="341"/>
            <ac:spMk id="10" creationId="{8A1961A0-36AC-6CC1-0822-E73351F6663B}"/>
          </ac:spMkLst>
        </pc:spChg>
        <pc:spChg chg="add mod">
          <ac:chgData name="진웅 정" userId="aaf933adc6ee6411" providerId="LiveId" clId="{789F4E2E-0626-4059-BAD6-27435DF1B0F7}" dt="2025-10-13T19:14:25.005" v="706" actId="14100"/>
          <ac:spMkLst>
            <pc:docMk/>
            <pc:sldMk cId="465438964" sldId="341"/>
            <ac:spMk id="11" creationId="{3C015182-840B-F224-A611-94EABB45B0B1}"/>
          </ac:spMkLst>
        </pc:spChg>
        <pc:spChg chg="add del mod">
          <ac:chgData name="진웅 정" userId="aaf933adc6ee6411" providerId="LiveId" clId="{789F4E2E-0626-4059-BAD6-27435DF1B0F7}" dt="2025-10-13T19:07:10.068" v="649" actId="478"/>
          <ac:spMkLst>
            <pc:docMk/>
            <pc:sldMk cId="465438964" sldId="341"/>
            <ac:spMk id="13" creationId="{C3AB2BDA-3217-F397-0BC8-0A2EB6354C89}"/>
          </ac:spMkLst>
        </pc:spChg>
        <pc:spChg chg="add mod">
          <ac:chgData name="진웅 정" userId="aaf933adc6ee6411" providerId="LiveId" clId="{789F4E2E-0626-4059-BAD6-27435DF1B0F7}" dt="2025-10-13T19:15:03.512" v="712" actId="14100"/>
          <ac:spMkLst>
            <pc:docMk/>
            <pc:sldMk cId="465438964" sldId="341"/>
            <ac:spMk id="14" creationId="{D8F57A4E-0BCF-1CA1-C4B8-D49472B18F96}"/>
          </ac:spMkLst>
        </pc:spChg>
        <pc:spChg chg="add mod">
          <ac:chgData name="진웅 정" userId="aaf933adc6ee6411" providerId="LiveId" clId="{789F4E2E-0626-4059-BAD6-27435DF1B0F7}" dt="2025-10-13T19:14:50.240" v="710" actId="14100"/>
          <ac:spMkLst>
            <pc:docMk/>
            <pc:sldMk cId="465438964" sldId="341"/>
            <ac:spMk id="15" creationId="{67A16C36-A1A3-C89D-A300-B1BE456FA09E}"/>
          </ac:spMkLst>
        </pc:spChg>
        <pc:spChg chg="add del mod">
          <ac:chgData name="진웅 정" userId="aaf933adc6ee6411" providerId="LiveId" clId="{789F4E2E-0626-4059-BAD6-27435DF1B0F7}" dt="2025-10-13T19:09:44.700" v="677" actId="478"/>
          <ac:spMkLst>
            <pc:docMk/>
            <pc:sldMk cId="465438964" sldId="341"/>
            <ac:spMk id="17" creationId="{5FA331B2-493B-0E57-6881-1EE09B31BD84}"/>
          </ac:spMkLst>
        </pc:spChg>
        <pc:spChg chg="add mod">
          <ac:chgData name="진웅 정" userId="aaf933adc6ee6411" providerId="LiveId" clId="{789F4E2E-0626-4059-BAD6-27435DF1B0F7}" dt="2025-10-13T19:14:58.479" v="711" actId="1076"/>
          <ac:spMkLst>
            <pc:docMk/>
            <pc:sldMk cId="465438964" sldId="341"/>
            <ac:spMk id="18" creationId="{9A4FA21F-AD7B-D3C4-D91B-BCE26E6FDB07}"/>
          </ac:spMkLst>
        </pc:spChg>
        <pc:spChg chg="add mod">
          <ac:chgData name="진웅 정" userId="aaf933adc6ee6411" providerId="LiveId" clId="{789F4E2E-0626-4059-BAD6-27435DF1B0F7}" dt="2025-10-13T19:14:04.908" v="704" actId="1076"/>
          <ac:spMkLst>
            <pc:docMk/>
            <pc:sldMk cId="465438964" sldId="341"/>
            <ac:spMk id="19" creationId="{13879482-0F15-D536-224A-2EAAD0E13B0E}"/>
          </ac:spMkLst>
        </pc:spChg>
        <pc:picChg chg="add mod">
          <ac:chgData name="진웅 정" userId="aaf933adc6ee6411" providerId="LiveId" clId="{789F4E2E-0626-4059-BAD6-27435DF1B0F7}" dt="2025-10-14T00:06:01.558" v="955"/>
          <ac:picMkLst>
            <pc:docMk/>
            <pc:sldMk cId="465438964" sldId="341"/>
            <ac:picMk id="3" creationId="{E3FD5BA1-D104-5F6C-1655-19BC8252ED30}"/>
          </ac:picMkLst>
        </pc:picChg>
      </pc:sldChg>
      <pc:sldChg chg="addSp delSp modSp del mod">
        <pc:chgData name="진웅 정" userId="aaf933adc6ee6411" providerId="LiveId" clId="{789F4E2E-0626-4059-BAD6-27435DF1B0F7}" dt="2025-10-13T19:16:26.515" v="745" actId="47"/>
        <pc:sldMkLst>
          <pc:docMk/>
          <pc:sldMk cId="3216238148" sldId="344"/>
        </pc:sldMkLst>
        <pc:spChg chg="add del mod">
          <ac:chgData name="진웅 정" userId="aaf933adc6ee6411" providerId="LiveId" clId="{789F4E2E-0626-4059-BAD6-27435DF1B0F7}" dt="2025-10-13T19:13:39.230" v="698" actId="21"/>
          <ac:spMkLst>
            <pc:docMk/>
            <pc:sldMk cId="3216238148" sldId="344"/>
            <ac:spMk id="3" creationId="{4B9AF3BA-2DB8-71E9-121D-CE25DC1757C7}"/>
          </ac:spMkLst>
        </pc:spChg>
        <pc:spChg chg="mod">
          <ac:chgData name="진웅 정" userId="aaf933adc6ee6411" providerId="LiveId" clId="{789F4E2E-0626-4059-BAD6-27435DF1B0F7}" dt="2025-10-13T08:36:51.641" v="309"/>
          <ac:spMkLst>
            <pc:docMk/>
            <pc:sldMk cId="3216238148" sldId="344"/>
            <ac:spMk id="4" creationId="{67FFDC63-E364-11BB-757C-235F749A2F4C}"/>
          </ac:spMkLst>
        </pc:spChg>
        <pc:spChg chg="mod">
          <ac:chgData name="진웅 정" userId="aaf933adc6ee6411" providerId="LiveId" clId="{789F4E2E-0626-4059-BAD6-27435DF1B0F7}" dt="2025-10-13T16:37:32.012" v="341" actId="1076"/>
          <ac:spMkLst>
            <pc:docMk/>
            <pc:sldMk cId="3216238148" sldId="344"/>
            <ac:spMk id="5" creationId="{A77271C7-54C2-C030-8F70-2D8DB9D7CCAF}"/>
          </ac:spMkLst>
        </pc:spChg>
        <pc:spChg chg="del mod">
          <ac:chgData name="진웅 정" userId="aaf933adc6ee6411" providerId="LiveId" clId="{789F4E2E-0626-4059-BAD6-27435DF1B0F7}" dt="2025-10-13T19:13:46.012" v="700" actId="21"/>
          <ac:spMkLst>
            <pc:docMk/>
            <pc:sldMk cId="3216238148" sldId="344"/>
            <ac:spMk id="6" creationId="{13879482-0F15-D536-224A-2EAAD0E13B0E}"/>
          </ac:spMkLst>
        </pc:spChg>
        <pc:spChg chg="mod">
          <ac:chgData name="진웅 정" userId="aaf933adc6ee6411" providerId="LiveId" clId="{789F4E2E-0626-4059-BAD6-27435DF1B0F7}" dt="2025-10-13T16:37:29.631" v="339" actId="27636"/>
          <ac:spMkLst>
            <pc:docMk/>
            <pc:sldMk cId="3216238148" sldId="344"/>
            <ac:spMk id="7" creationId="{2FC082EB-ED16-3E1B-8A2F-E39CF7385D16}"/>
          </ac:spMkLst>
        </pc:spChg>
        <pc:spChg chg="del">
          <ac:chgData name="진웅 정" userId="aaf933adc6ee6411" providerId="LiveId" clId="{789F4E2E-0626-4059-BAD6-27435DF1B0F7}" dt="2025-10-13T19:13:17.890" v="695" actId="21"/>
          <ac:spMkLst>
            <pc:docMk/>
            <pc:sldMk cId="3216238148" sldId="344"/>
            <ac:spMk id="8" creationId="{9A4FA21F-AD7B-D3C4-D91B-BCE26E6FDB07}"/>
          </ac:spMkLst>
        </pc:spChg>
        <pc:spChg chg="add mod">
          <ac:chgData name="진웅 정" userId="aaf933adc6ee6411" providerId="LiveId" clId="{789F4E2E-0626-4059-BAD6-27435DF1B0F7}" dt="2025-10-13T19:13:46.012" v="700" actId="21"/>
          <ac:spMkLst>
            <pc:docMk/>
            <pc:sldMk cId="3216238148" sldId="344"/>
            <ac:spMk id="10" creationId="{870179EA-3A8D-7167-D84A-A155208EDA4A}"/>
          </ac:spMkLst>
        </pc:spChg>
      </pc:sldChg>
      <pc:sldChg chg="addSp delSp modSp mod modAnim">
        <pc:chgData name="진웅 정" userId="aaf933adc6ee6411" providerId="LiveId" clId="{789F4E2E-0626-4059-BAD6-27435DF1B0F7}" dt="2025-10-14T00:06:52.540" v="969"/>
        <pc:sldMkLst>
          <pc:docMk/>
          <pc:sldMk cId="1933917465" sldId="346"/>
        </pc:sldMkLst>
        <pc:spChg chg="mod">
          <ac:chgData name="진웅 정" userId="aaf933adc6ee6411" providerId="LiveId" clId="{789F4E2E-0626-4059-BAD6-27435DF1B0F7}" dt="2025-10-13T07:32:21.084" v="136"/>
          <ac:spMkLst>
            <pc:docMk/>
            <pc:sldMk cId="1933917465" sldId="346"/>
            <ac:spMk id="2" creationId="{56A33686-52C1-3B4F-24A9-8E4D0C64D759}"/>
          </ac:spMkLst>
        </pc:spChg>
        <pc:spChg chg="add mod">
          <ac:chgData name="진웅 정" userId="aaf933adc6ee6411" providerId="LiveId" clId="{789F4E2E-0626-4059-BAD6-27435DF1B0F7}" dt="2025-10-13T19:23:00.980" v="782" actId="1076"/>
          <ac:spMkLst>
            <pc:docMk/>
            <pc:sldMk cId="1933917465" sldId="346"/>
            <ac:spMk id="3" creationId="{5FBEAD67-F822-6DD7-8A8E-AF9B1636CE84}"/>
          </ac:spMkLst>
        </pc:spChg>
        <pc:spChg chg="add mod">
          <ac:chgData name="진웅 정" userId="aaf933adc6ee6411" providerId="LiveId" clId="{789F4E2E-0626-4059-BAD6-27435DF1B0F7}" dt="2025-10-13T19:23:00.980" v="782" actId="1076"/>
          <ac:spMkLst>
            <pc:docMk/>
            <pc:sldMk cId="1933917465" sldId="346"/>
            <ac:spMk id="5" creationId="{7565BCB6-52C6-973B-824F-45F85F46DACA}"/>
          </ac:spMkLst>
        </pc:spChg>
        <pc:spChg chg="del mod">
          <ac:chgData name="진웅 정" userId="aaf933adc6ee6411" providerId="LiveId" clId="{789F4E2E-0626-4059-BAD6-27435DF1B0F7}" dt="2025-10-13T19:22:27.003" v="777" actId="478"/>
          <ac:spMkLst>
            <pc:docMk/>
            <pc:sldMk cId="1933917465" sldId="346"/>
            <ac:spMk id="11" creationId="{B5618AE5-5B44-B66E-55A1-29D9C673DBEE}"/>
          </ac:spMkLst>
        </pc:spChg>
        <pc:spChg chg="mod">
          <ac:chgData name="진웅 정" userId="aaf933adc6ee6411" providerId="LiveId" clId="{789F4E2E-0626-4059-BAD6-27435DF1B0F7}" dt="2025-10-13T19:02:50.564" v="598" actId="255"/>
          <ac:spMkLst>
            <pc:docMk/>
            <pc:sldMk cId="1933917465" sldId="346"/>
            <ac:spMk id="12" creationId="{78ECA93C-106C-9029-C42A-04137D151426}"/>
          </ac:spMkLst>
        </pc:spChg>
        <pc:spChg chg="mod">
          <ac:chgData name="진웅 정" userId="aaf933adc6ee6411" providerId="LiveId" clId="{789F4E2E-0626-4059-BAD6-27435DF1B0F7}" dt="2025-10-13T19:23:38.064" v="789" actId="1076"/>
          <ac:spMkLst>
            <pc:docMk/>
            <pc:sldMk cId="1933917465" sldId="346"/>
            <ac:spMk id="14" creationId="{4593FC07-B1CA-CFC0-6895-0366D16D6996}"/>
          </ac:spMkLst>
        </pc:spChg>
        <pc:picChg chg="add mod">
          <ac:chgData name="진웅 정" userId="aaf933adc6ee6411" providerId="LiveId" clId="{789F4E2E-0626-4059-BAD6-27435DF1B0F7}" dt="2025-10-14T00:06:52.540" v="969"/>
          <ac:picMkLst>
            <pc:docMk/>
            <pc:sldMk cId="1933917465" sldId="346"/>
            <ac:picMk id="8" creationId="{68BC13CE-777D-DFC0-A08A-53765A571B11}"/>
          </ac:picMkLst>
        </pc:picChg>
      </pc:sldChg>
      <pc:sldChg chg="addSp modSp add mod modAnim">
        <pc:chgData name="진웅 정" userId="aaf933adc6ee6411" providerId="LiveId" clId="{789F4E2E-0626-4059-BAD6-27435DF1B0F7}" dt="2025-10-14T00:07:06.265" v="975"/>
        <pc:sldMkLst>
          <pc:docMk/>
          <pc:sldMk cId="1571199212" sldId="347"/>
        </pc:sldMkLst>
        <pc:spChg chg="mod">
          <ac:chgData name="진웅 정" userId="aaf933adc6ee6411" providerId="LiveId" clId="{789F4E2E-0626-4059-BAD6-27435DF1B0F7}" dt="2025-10-13T19:15:47.970" v="714" actId="207"/>
          <ac:spMkLst>
            <pc:docMk/>
            <pc:sldMk cId="1571199212" sldId="347"/>
            <ac:spMk id="4" creationId="{40416533-D2A6-0DB0-C3A2-3C55CCEDAB5B}"/>
          </ac:spMkLst>
        </pc:spChg>
        <pc:picChg chg="add mod">
          <ac:chgData name="진웅 정" userId="aaf933adc6ee6411" providerId="LiveId" clId="{789F4E2E-0626-4059-BAD6-27435DF1B0F7}" dt="2025-10-14T00:07:06.265" v="975"/>
          <ac:picMkLst>
            <pc:docMk/>
            <pc:sldMk cId="1571199212" sldId="347"/>
            <ac:picMk id="3" creationId="{981907F5-FB81-8551-729E-D5715C565BB8}"/>
          </ac:picMkLst>
        </pc:picChg>
      </pc:sldChg>
      <pc:sldChg chg="del">
        <pc:chgData name="진웅 정" userId="aaf933adc6ee6411" providerId="LiveId" clId="{789F4E2E-0626-4059-BAD6-27435DF1B0F7}" dt="2025-10-13T07:10:55.026" v="0" actId="47"/>
        <pc:sldMkLst>
          <pc:docMk/>
          <pc:sldMk cId="4064766469" sldId="347"/>
        </pc:sldMkLst>
      </pc:sldChg>
      <pc:sldChg chg="del">
        <pc:chgData name="진웅 정" userId="aaf933adc6ee6411" providerId="LiveId" clId="{789F4E2E-0626-4059-BAD6-27435DF1B0F7}" dt="2025-10-13T07:10:57.565" v="1" actId="47"/>
        <pc:sldMkLst>
          <pc:docMk/>
          <pc:sldMk cId="3447415777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29CE4-A519-446C-965E-6C3E7E187E27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CF749-6946-4012-955D-646ED93ED3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1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CF749-6946-4012-955D-646ED93ED3D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10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CF749-6946-4012-955D-646ED93ED3D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005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1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01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30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92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1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31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84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8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77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63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920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23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45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9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346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7746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291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63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982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780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50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35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D2B3-122E-400D-8B1F-33AAFF09AD8E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CEF0A-B3DE-41BC-9476-1B2FC1273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69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ongang.co.kr/article/25258782" TargetMode="External"/><Relationship Id="rId2" Type="http://schemas.openxmlformats.org/officeDocument/2006/relationships/hyperlink" Target="https://www.kra.co.kr/board/view/pr/re/01/1198050_1146.do?menuId=skr02_skr022_skr0221" TargetMode="Externa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ace.kra.co.kr/busanMain.d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www.jra.go.jp/" TargetMode="External"/><Relationship Id="rId7" Type="http://schemas.openxmlformats.org/officeDocument/2006/relationships/image" Target="../media/image31.png"/><Relationship Id="rId2" Type="http://schemas.openxmlformats.org/officeDocument/2006/relationships/hyperlink" Target="https://race.kra.co.kr/busanMain.do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hyperlink" Target="https://okrace.co.kr/index.php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www.equibase.com/" TargetMode="External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8CA34-41EC-B2F8-3094-2E9A78CD0A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1F7A5B"/>
                </a:solidFill>
              </a:rPr>
              <a:t>경마 데이터 기반 예측</a:t>
            </a:r>
            <a:r>
              <a:rPr lang="en-US" altLang="ko-KR" dirty="0">
                <a:solidFill>
                  <a:srgbClr val="1F7A5B"/>
                </a:solidFill>
              </a:rPr>
              <a:t>·</a:t>
            </a:r>
            <a:r>
              <a:rPr lang="ko-KR" altLang="en-US" dirty="0">
                <a:solidFill>
                  <a:srgbClr val="1F7A5B"/>
                </a:solidFill>
              </a:rPr>
              <a:t>분석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E4D19B-1083-77C1-F99E-12DFAFD5A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진달래</a:t>
            </a:r>
            <a:r>
              <a:rPr lang="en-US" altLang="ko-KR" dirty="0"/>
              <a:t>, </a:t>
            </a:r>
            <a:r>
              <a:rPr lang="ko-KR" altLang="en-US" dirty="0"/>
              <a:t>정진웅</a:t>
            </a:r>
          </a:p>
        </p:txBody>
      </p:sp>
      <p:pic>
        <p:nvPicPr>
          <p:cNvPr id="5" name="그림 4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3C8D1C-44DB-63DF-9310-BD67BD33E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8447"/>
            <a:ext cx="2009553" cy="2009553"/>
          </a:xfrm>
          <a:prstGeom prst="rect">
            <a:avLst/>
          </a:prstGeom>
        </p:spPr>
      </p:pic>
      <p:pic>
        <p:nvPicPr>
          <p:cNvPr id="11" name="그림 10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8BA099-16B7-E62D-6231-35CB66D9D8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C7EF3-5F89-FED5-FDEB-30926458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팀원 역할분담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5A024C-68CF-E28C-7936-209D0666B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780262"/>
            <a:ext cx="5476351" cy="639762"/>
          </a:xfrm>
          <a:solidFill>
            <a:schemeClr val="bg2">
              <a:lumMod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pPr algn="ctr"/>
            <a:r>
              <a:rPr lang="ko-KR" altLang="en-US" dirty="0"/>
              <a:t>정 진 웅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C083D71-E0D4-5B01-8B9C-4D76867AF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780262"/>
            <a:ext cx="5187013" cy="639762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진달래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1961A0-36AC-6CC1-0822-E73351F6663B}"/>
              </a:ext>
            </a:extLst>
          </p:cNvPr>
          <p:cNvSpPr/>
          <p:nvPr/>
        </p:nvSpPr>
        <p:spPr>
          <a:xfrm>
            <a:off x="478971" y="2420024"/>
            <a:ext cx="4997381" cy="3066376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015182-840B-F224-A611-94EABB45B0B1}"/>
              </a:ext>
            </a:extLst>
          </p:cNvPr>
          <p:cNvSpPr/>
          <p:nvPr/>
        </p:nvSpPr>
        <p:spPr>
          <a:xfrm>
            <a:off x="713433" y="2612571"/>
            <a:ext cx="4481565" cy="2491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F57A4E-0BCF-1CA1-C4B8-D49472B18F96}"/>
              </a:ext>
            </a:extLst>
          </p:cNvPr>
          <p:cNvSpPr/>
          <p:nvPr/>
        </p:nvSpPr>
        <p:spPr>
          <a:xfrm>
            <a:off x="6193368" y="2420024"/>
            <a:ext cx="5187013" cy="30663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A16C36-A1A3-C89D-A300-B1BE456FA09E}"/>
              </a:ext>
            </a:extLst>
          </p:cNvPr>
          <p:cNvSpPr/>
          <p:nvPr/>
        </p:nvSpPr>
        <p:spPr>
          <a:xfrm>
            <a:off x="6491235" y="2682910"/>
            <a:ext cx="4582049" cy="24216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내용 개체 틀 7">
            <a:extLst>
              <a:ext uri="{FF2B5EF4-FFF2-40B4-BE49-F238E27FC236}">
                <a16:creationId xmlns:a16="http://schemas.microsoft.com/office/drawing/2014/main" id="{9A4FA21F-AD7B-D3C4-D91B-BCE26E6FDB07}"/>
              </a:ext>
            </a:extLst>
          </p:cNvPr>
          <p:cNvSpPr txBox="1">
            <a:spLocks/>
          </p:cNvSpPr>
          <p:nvPr/>
        </p:nvSpPr>
        <p:spPr>
          <a:xfrm>
            <a:off x="7530253" y="3112579"/>
            <a:ext cx="2918734" cy="1491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Char char="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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데이터 수집</a:t>
            </a:r>
            <a:endParaRPr lang="en-US" altLang="ko-KR" dirty="0"/>
          </a:p>
          <a:p>
            <a:r>
              <a:rPr lang="ko-KR" altLang="en-US" dirty="0"/>
              <a:t>분류 및 모델링</a:t>
            </a:r>
            <a:endParaRPr lang="en-US" altLang="ko-KR" dirty="0"/>
          </a:p>
          <a:p>
            <a:r>
              <a:rPr lang="ko-KR" altLang="en-US" dirty="0"/>
              <a:t>시각화 정리 </a:t>
            </a:r>
          </a:p>
        </p:txBody>
      </p:sp>
      <p:sp>
        <p:nvSpPr>
          <p:cNvPr id="19" name="내용 개체 틀 5">
            <a:extLst>
              <a:ext uri="{FF2B5EF4-FFF2-40B4-BE49-F238E27FC236}">
                <a16:creationId xmlns:a16="http://schemas.microsoft.com/office/drawing/2014/main" id="{13879482-0F15-D536-224A-2EAAD0E13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5636" y="2931670"/>
            <a:ext cx="3467980" cy="2359736"/>
          </a:xfrm>
        </p:spPr>
        <p:txBody>
          <a:bodyPr/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&amp;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군집 분석</a:t>
            </a:r>
            <a:r>
              <a:rPr lang="en-US" altLang="ko-KR" dirty="0"/>
              <a:t>, </a:t>
            </a:r>
            <a:r>
              <a:rPr lang="ko-KR" altLang="en-US" dirty="0"/>
              <a:t>모델링</a:t>
            </a:r>
            <a:endParaRPr lang="en-US" altLang="ko-KR" dirty="0"/>
          </a:p>
          <a:p>
            <a:r>
              <a:rPr lang="ko-KR" altLang="en-US" dirty="0"/>
              <a:t>웹페이지 시각화</a:t>
            </a:r>
            <a:endParaRPr lang="en-US" altLang="ko-KR" dirty="0"/>
          </a:p>
          <a:p>
            <a:r>
              <a:rPr lang="en-US" altLang="ko-KR" dirty="0"/>
              <a:t>PPT </a:t>
            </a:r>
            <a:r>
              <a:rPr lang="ko-KR" altLang="en-US" dirty="0"/>
              <a:t>제작 발표</a:t>
            </a:r>
          </a:p>
        </p:txBody>
      </p:sp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FD5BA1-D104-5F6C-1655-19BC8252ED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3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8B451-D8F2-9F13-022A-2B3ADDD3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핵심 인사이트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62D01-3AAB-AF0D-A3CC-BD6E60C65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F3D2E"/>
                </a:solidFill>
              </a:rPr>
              <a:t>✔ 데이터 통합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분석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시각화를 아우르는 </a:t>
            </a:r>
            <a:r>
              <a:rPr lang="ko-KR" altLang="en-US" dirty="0" err="1">
                <a:solidFill>
                  <a:srgbClr val="0F3D2E"/>
                </a:solidFill>
              </a:rPr>
              <a:t>풀스택</a:t>
            </a:r>
            <a:r>
              <a:rPr lang="ko-KR" altLang="en-US" dirty="0">
                <a:solidFill>
                  <a:srgbClr val="0F3D2E"/>
                </a:solidFill>
              </a:rPr>
              <a:t> 프로젝트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✔ </a:t>
            </a:r>
            <a:r>
              <a:rPr lang="en-US" altLang="ko-KR" dirty="0">
                <a:solidFill>
                  <a:srgbClr val="0F3D2E"/>
                </a:solidFill>
              </a:rPr>
              <a:t>Flask + Oracle + Visualization </a:t>
            </a:r>
            <a:r>
              <a:rPr lang="ko-KR" altLang="en-US" dirty="0">
                <a:solidFill>
                  <a:srgbClr val="0F3D2E"/>
                </a:solidFill>
              </a:rPr>
              <a:t>구조 완성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✔ 실무형 데이터 파이프라인 설계 및 운영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✔ 경마 산업 데이터의 </a:t>
            </a:r>
            <a:r>
              <a:rPr lang="en-US" altLang="ko-KR" dirty="0">
                <a:solidFill>
                  <a:srgbClr val="0F3D2E"/>
                </a:solidFill>
              </a:rPr>
              <a:t>AI </a:t>
            </a:r>
            <a:r>
              <a:rPr lang="ko-KR" altLang="en-US" dirty="0">
                <a:solidFill>
                  <a:srgbClr val="0F3D2E"/>
                </a:solidFill>
              </a:rPr>
              <a:t>활용 가능성 입증</a:t>
            </a:r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D3829B-A7CC-40B3-0E0B-51C8476ED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8" name="그림 7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57B2DF-2850-D98A-D766-742858341F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1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FC755-77F9-489D-EB2A-6B8770A0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F7F33-5862-0734-699F-A417E026F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>
                <a:solidFill>
                  <a:srgbClr val="1F7A5B"/>
                </a:solidFill>
              </a:rPr>
              <a:t>1. </a:t>
            </a:r>
            <a:r>
              <a:rPr lang="ko-KR" altLang="en-US" dirty="0">
                <a:solidFill>
                  <a:srgbClr val="1F7A5B"/>
                </a:solidFill>
              </a:rPr>
              <a:t>사회적 배경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2. </a:t>
            </a:r>
            <a:r>
              <a:rPr lang="ko-KR" altLang="en-US" dirty="0">
                <a:solidFill>
                  <a:srgbClr val="1F7A5B"/>
                </a:solidFill>
              </a:rPr>
              <a:t>프로젝트 개요 및 목표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3. </a:t>
            </a:r>
            <a:r>
              <a:rPr lang="ko-KR" altLang="en-US" dirty="0">
                <a:solidFill>
                  <a:srgbClr val="1F7A5B"/>
                </a:solidFill>
              </a:rPr>
              <a:t>개발 환경 및 도구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4. </a:t>
            </a:r>
            <a:r>
              <a:rPr lang="ko-KR" altLang="en-US" dirty="0">
                <a:solidFill>
                  <a:srgbClr val="1F7A5B"/>
                </a:solidFill>
              </a:rPr>
              <a:t>데이터 및 시스템 구조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5. </a:t>
            </a:r>
            <a:r>
              <a:rPr lang="ko-KR" altLang="en-US" dirty="0">
                <a:solidFill>
                  <a:srgbClr val="1F7A5B"/>
                </a:solidFill>
              </a:rPr>
              <a:t>분석 및 모델링 과정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6. </a:t>
            </a:r>
            <a:r>
              <a:rPr lang="ko-KR" altLang="en-US" dirty="0">
                <a:solidFill>
                  <a:srgbClr val="1F7A5B"/>
                </a:solidFill>
              </a:rPr>
              <a:t>웹 대시보드 구성</a:t>
            </a:r>
            <a:endParaRPr lang="en-US" altLang="ko-KR" dirty="0">
              <a:solidFill>
                <a:srgbClr val="1F7A5B"/>
              </a:solidFill>
            </a:endParaRPr>
          </a:p>
          <a:p>
            <a:r>
              <a:rPr lang="en-US" altLang="ko-KR" dirty="0">
                <a:solidFill>
                  <a:srgbClr val="1F7A5B"/>
                </a:solidFill>
              </a:rPr>
              <a:t>7. </a:t>
            </a:r>
            <a:r>
              <a:rPr lang="ko-KR" altLang="en-US" dirty="0">
                <a:solidFill>
                  <a:srgbClr val="1F7A5B"/>
                </a:solidFill>
              </a:rPr>
              <a:t>군집분석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8. </a:t>
            </a:r>
            <a:r>
              <a:rPr lang="ko-KR" altLang="en-US" dirty="0">
                <a:solidFill>
                  <a:srgbClr val="1F7A5B"/>
                </a:solidFill>
              </a:rPr>
              <a:t>도전과 해결</a:t>
            </a:r>
          </a:p>
          <a:p>
            <a:r>
              <a:rPr lang="en-US" altLang="ko-KR" dirty="0">
                <a:solidFill>
                  <a:srgbClr val="1F7A5B"/>
                </a:solidFill>
              </a:rPr>
              <a:t>9. </a:t>
            </a:r>
            <a:r>
              <a:rPr lang="ko-KR" altLang="en-US" dirty="0">
                <a:solidFill>
                  <a:srgbClr val="1F7A5B"/>
                </a:solidFill>
              </a:rPr>
              <a:t>향후 계획 및 결론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2D9A29-51A1-2F73-64EE-BB4589A24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6DF47E-AEAE-6F9A-6A40-2B65A463A7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8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A74F3-6260-DB9E-AE2D-FF9A7E8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사회적 배경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A77241C-10C0-89FD-8ECA-CF748EECD9CB}"/>
              </a:ext>
            </a:extLst>
          </p:cNvPr>
          <p:cNvSpPr/>
          <p:nvPr/>
        </p:nvSpPr>
        <p:spPr>
          <a:xfrm>
            <a:off x="7063991" y="1989574"/>
            <a:ext cx="3811272" cy="41880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C3DA910-5FFC-7754-504D-5A3998F4B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20127" y="2373771"/>
            <a:ext cx="3755136" cy="448056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경마 산업은 연간 </a:t>
            </a:r>
            <a:r>
              <a:rPr lang="ko-KR" altLang="en-US" sz="1800" b="1" dirty="0" err="1"/>
              <a:t>수조원</a:t>
            </a:r>
            <a:r>
              <a:rPr lang="ko-KR" altLang="en-US" sz="1800" b="1" dirty="0"/>
              <a:t> 규모의 경제 활동을 형성하며</a:t>
            </a:r>
            <a:r>
              <a:rPr lang="en-US" altLang="ko-KR" sz="1800" b="1" dirty="0"/>
              <a:t>, AI</a:t>
            </a:r>
            <a:r>
              <a:rPr lang="ko-KR" altLang="en-US" sz="1800" b="1" dirty="0"/>
              <a:t>와 데이터 기반 전략의 중요성이 커지고 있습니다</a:t>
            </a:r>
            <a:r>
              <a:rPr lang="en-US" altLang="ko-KR" sz="1800" b="1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참고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https://www.kra.co.kr/board/view/pr/re/01/1198050_1146.do?menuId=skr02_skr022_skr0221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https://www.joongang.co.kr/article/25258782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7B11FE69-38A8-EBF2-C5CC-434472BE2BE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3815469" y="2373771"/>
            <a:ext cx="3069042" cy="28456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4D145F-D932-6521-96ED-55AEC219C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57" y="1556341"/>
            <a:ext cx="3204543" cy="4480560"/>
          </a:xfrm>
          <a:prstGeom prst="rect">
            <a:avLst/>
          </a:prstGeom>
        </p:spPr>
      </p:pic>
      <p:pic>
        <p:nvPicPr>
          <p:cNvPr id="4" name="그림 3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139881-1567-DB9B-1D67-00D15D0F56B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1BF15-2334-0C38-6404-1AD68DBA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프로젝트 개발 및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A4AB9-69A4-6F6C-A7A9-BC6CD41B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F3D2E"/>
                </a:solidFill>
              </a:rPr>
              <a:t>프로젝트명</a:t>
            </a:r>
            <a:r>
              <a:rPr lang="en-US" altLang="ko-KR">
                <a:solidFill>
                  <a:srgbClr val="0F3D2E"/>
                </a:solidFill>
              </a:rPr>
              <a:t>: Horses Racing</a:t>
            </a:r>
            <a:endParaRPr lang="en-US" altLang="ko-KR" dirty="0">
              <a:solidFill>
                <a:srgbClr val="0F3D2E"/>
              </a:solidFill>
            </a:endParaRPr>
          </a:p>
          <a:p>
            <a:r>
              <a:rPr lang="ko-KR" altLang="en-US" dirty="0">
                <a:solidFill>
                  <a:srgbClr val="0F3D2E"/>
                </a:solidFill>
              </a:rPr>
              <a:t>목표</a:t>
            </a:r>
            <a:r>
              <a:rPr lang="en-US" altLang="ko-KR" dirty="0">
                <a:solidFill>
                  <a:srgbClr val="0F3D2E"/>
                </a:solidFill>
              </a:rPr>
              <a:t>: </a:t>
            </a:r>
            <a:r>
              <a:rPr lang="ko-KR" altLang="en-US" dirty="0">
                <a:solidFill>
                  <a:srgbClr val="0F3D2E"/>
                </a:solidFill>
              </a:rPr>
              <a:t>경주마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기수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경기 데이터를 통합 관리하고</a:t>
            </a:r>
            <a:r>
              <a:rPr lang="en-US" altLang="ko-KR" dirty="0">
                <a:solidFill>
                  <a:srgbClr val="0F3D2E"/>
                </a:solidFill>
              </a:rPr>
              <a:t>, </a:t>
            </a:r>
            <a:r>
              <a:rPr lang="ko-KR" altLang="en-US" dirty="0">
                <a:solidFill>
                  <a:srgbClr val="0F3D2E"/>
                </a:solidFill>
              </a:rPr>
              <a:t>데이터 기반 예측 및 시각화를 제공하는 </a:t>
            </a:r>
            <a:r>
              <a:rPr lang="en-US" altLang="ko-KR" dirty="0">
                <a:solidFill>
                  <a:srgbClr val="0F3D2E"/>
                </a:solidFill>
              </a:rPr>
              <a:t>AI </a:t>
            </a:r>
            <a:r>
              <a:rPr lang="ko-KR" altLang="en-US" dirty="0">
                <a:solidFill>
                  <a:srgbClr val="0F3D2E"/>
                </a:solidFill>
              </a:rPr>
              <a:t>웹 분석 플랫폼 구축</a:t>
            </a:r>
            <a:r>
              <a:rPr lang="en-US" altLang="ko-KR" dirty="0">
                <a:solidFill>
                  <a:srgbClr val="0F3D2E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비전</a:t>
            </a:r>
            <a:r>
              <a:rPr lang="en-US" altLang="ko-KR" dirty="0">
                <a:solidFill>
                  <a:srgbClr val="0F3D2E"/>
                </a:solidFill>
              </a:rPr>
              <a:t>: </a:t>
            </a:r>
            <a:r>
              <a:rPr lang="ko-KR" altLang="en-US" dirty="0">
                <a:solidFill>
                  <a:srgbClr val="0F3D2E"/>
                </a:solidFill>
              </a:rPr>
              <a:t>실무형 데이터 사이언스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시각화 통합 사례 구현</a:t>
            </a:r>
            <a:r>
              <a:rPr lang="en-US" altLang="ko-KR" dirty="0">
                <a:solidFill>
                  <a:srgbClr val="0F3D2E"/>
                </a:solidFill>
              </a:rPr>
              <a:t>.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AE62A5-067F-35EB-BE16-51B3F4056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6BFCB0-1107-2F9E-C7D9-B68C124952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4F6DB-5507-75B0-044C-58D3C1BC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개발 환경 및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454DF-201E-E582-E262-664BDA78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Python</a:t>
            </a:r>
          </a:p>
          <a:p>
            <a:r>
              <a:rPr lang="en-US" altLang="ko-KR" dirty="0"/>
              <a:t>Flask</a:t>
            </a:r>
          </a:p>
          <a:p>
            <a:r>
              <a:rPr lang="en-US" altLang="ko-KR" dirty="0"/>
              <a:t>Pandas</a:t>
            </a:r>
          </a:p>
          <a:p>
            <a:r>
              <a:rPr lang="en-US" altLang="ko-KR" dirty="0"/>
              <a:t>Oracle XE</a:t>
            </a:r>
          </a:p>
          <a:p>
            <a:r>
              <a:rPr lang="en-US" altLang="ko-KR" dirty="0" err="1"/>
              <a:t>Plotly</a:t>
            </a:r>
            <a:endParaRPr lang="en-US" altLang="ko-KR" dirty="0"/>
          </a:p>
          <a:p>
            <a:r>
              <a:rPr lang="en-US" altLang="ko-KR" dirty="0"/>
              <a:t>Chart.js</a:t>
            </a:r>
          </a:p>
          <a:p>
            <a:r>
              <a:rPr lang="en-US" altLang="ko-KR" dirty="0" err="1"/>
              <a:t>Echarts</a:t>
            </a:r>
            <a:endParaRPr lang="en-US" altLang="ko-KR" dirty="0"/>
          </a:p>
          <a:p>
            <a:r>
              <a:rPr lang="en-US" altLang="ko-KR" dirty="0"/>
              <a:t>Scikit-learn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F37702-1514-69FF-396A-5E42C86E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92" y="1838253"/>
            <a:ext cx="1805687" cy="18764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C225F7-B531-7C3C-CE20-08356E644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241" y="2037997"/>
            <a:ext cx="3467248" cy="16947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CEA3BF-0256-B5F1-05F3-4013A8E3B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18" y="4170547"/>
            <a:ext cx="5693787" cy="1955617"/>
          </a:xfrm>
          <a:prstGeom prst="rect">
            <a:avLst/>
          </a:prstGeom>
        </p:spPr>
      </p:pic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24C9FE-CE17-593C-FB76-0BAE2ABA6F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6" name="그림 5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7453D7-6BC4-88C1-6A25-C5FA8D4BCE6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0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2CE6-25C4-904B-6C09-FC416552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흐름 및 프로세스</a:t>
            </a:r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03933E-D5F9-EFB4-9AD1-1D8A5B556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0E84806-88F2-A3BD-E8E6-FBF7662D654A}"/>
              </a:ext>
            </a:extLst>
          </p:cNvPr>
          <p:cNvSpPr/>
          <p:nvPr/>
        </p:nvSpPr>
        <p:spPr>
          <a:xfrm>
            <a:off x="3463012" y="2147759"/>
            <a:ext cx="2212459" cy="327128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F3D2E"/>
                </a:solidFill>
              </a:rPr>
              <a:t>② </a:t>
            </a:r>
            <a:r>
              <a:rPr lang="ko-KR" altLang="en-US" dirty="0" err="1">
                <a:solidFill>
                  <a:srgbClr val="0F3D2E"/>
                </a:solidFill>
              </a:rPr>
              <a:t>전처리</a:t>
            </a:r>
            <a:r>
              <a:rPr lang="ko-KR" altLang="en-US" dirty="0">
                <a:solidFill>
                  <a:srgbClr val="0F3D2E"/>
                </a:solidFill>
              </a:rPr>
              <a:t> </a:t>
            </a:r>
            <a:r>
              <a:rPr lang="en-US" altLang="ko-KR" dirty="0">
                <a:solidFill>
                  <a:srgbClr val="0F3D2E"/>
                </a:solidFill>
              </a:rPr>
              <a:t>(</a:t>
            </a:r>
            <a:r>
              <a:rPr lang="ko-KR" altLang="en-US" dirty="0" err="1">
                <a:solidFill>
                  <a:srgbClr val="0F3D2E"/>
                </a:solidFill>
              </a:rPr>
              <a:t>결측치</a:t>
            </a:r>
            <a:r>
              <a:rPr lang="ko-KR" altLang="en-US" dirty="0">
                <a:solidFill>
                  <a:srgbClr val="0F3D2E"/>
                </a:solidFill>
              </a:rPr>
              <a:t> 처리</a:t>
            </a:r>
            <a:r>
              <a:rPr lang="en-US" altLang="ko-KR" dirty="0">
                <a:solidFill>
                  <a:srgbClr val="0F3D2E"/>
                </a:solidFill>
              </a:rPr>
              <a:t>, </a:t>
            </a:r>
            <a:r>
              <a:rPr lang="ko-KR" altLang="en-US" dirty="0">
                <a:solidFill>
                  <a:srgbClr val="0F3D2E"/>
                </a:solidFill>
              </a:rPr>
              <a:t>피처 엔지니어링</a:t>
            </a:r>
            <a:r>
              <a:rPr lang="en-US" altLang="ko-KR" dirty="0">
                <a:solidFill>
                  <a:srgbClr val="0F3D2E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rgbClr val="0F3D2E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7E029FE-0232-8525-0D04-F7B22775CD75}"/>
              </a:ext>
            </a:extLst>
          </p:cNvPr>
          <p:cNvSpPr/>
          <p:nvPr/>
        </p:nvSpPr>
        <p:spPr>
          <a:xfrm>
            <a:off x="5964778" y="2133631"/>
            <a:ext cx="2212459" cy="327128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F3D2E"/>
                </a:solidFill>
              </a:rPr>
              <a:t>③ </a:t>
            </a:r>
            <a:r>
              <a:rPr lang="ko-KR" altLang="en-US" dirty="0">
                <a:solidFill>
                  <a:srgbClr val="0F3D2E"/>
                </a:solidFill>
              </a:rPr>
              <a:t>분석 및 모델링 </a:t>
            </a:r>
            <a:r>
              <a:rPr lang="en-US" altLang="ko-KR" dirty="0">
                <a:solidFill>
                  <a:srgbClr val="0F3D2E"/>
                </a:solidFill>
              </a:rPr>
              <a:t>(scikit-learn)</a:t>
            </a:r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69990B5-A302-408D-68F2-D453AB950100}"/>
              </a:ext>
            </a:extLst>
          </p:cNvPr>
          <p:cNvSpPr/>
          <p:nvPr/>
        </p:nvSpPr>
        <p:spPr>
          <a:xfrm>
            <a:off x="8466544" y="2133632"/>
            <a:ext cx="2212459" cy="32712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F3D2E"/>
                </a:solidFill>
              </a:rPr>
              <a:t>④ </a:t>
            </a:r>
            <a:r>
              <a:rPr lang="ko-KR" altLang="en-US" dirty="0">
                <a:solidFill>
                  <a:srgbClr val="0F3D2E"/>
                </a:solidFill>
              </a:rPr>
              <a:t>웹 시각화 </a:t>
            </a:r>
            <a:r>
              <a:rPr lang="en-US" altLang="ko-KR" dirty="0">
                <a:solidFill>
                  <a:srgbClr val="0F3D2E"/>
                </a:solidFill>
              </a:rPr>
              <a:t>(</a:t>
            </a:r>
            <a:r>
              <a:rPr lang="en-US" altLang="ko-KR" dirty="0" err="1">
                <a:solidFill>
                  <a:srgbClr val="0F3D2E"/>
                </a:solidFill>
              </a:rPr>
              <a:t>Plotly</a:t>
            </a:r>
            <a:r>
              <a:rPr lang="en-US" altLang="ko-KR" dirty="0">
                <a:solidFill>
                  <a:srgbClr val="0F3D2E"/>
                </a:solidFill>
              </a:rPr>
              <a:t>, Chart.js, </a:t>
            </a:r>
            <a:r>
              <a:rPr lang="en-US" altLang="ko-KR" dirty="0" err="1">
                <a:solidFill>
                  <a:srgbClr val="0F3D2E"/>
                </a:solidFill>
              </a:rPr>
              <a:t>ECharts</a:t>
            </a:r>
            <a:r>
              <a:rPr lang="en-US" altLang="ko-KR" dirty="0">
                <a:solidFill>
                  <a:srgbClr val="0F3D2E"/>
                </a:solidFill>
              </a:rPr>
              <a:t>)</a:t>
            </a:r>
          </a:p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BF46EEE-50C2-4163-32DC-A96ABE9A1B3E}"/>
              </a:ext>
            </a:extLst>
          </p:cNvPr>
          <p:cNvSpPr/>
          <p:nvPr/>
        </p:nvSpPr>
        <p:spPr>
          <a:xfrm>
            <a:off x="961246" y="2147759"/>
            <a:ext cx="2212459" cy="327128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F3D2E"/>
                </a:solidFill>
              </a:rPr>
              <a:t>① 데이터 수집 </a:t>
            </a:r>
            <a:r>
              <a:rPr lang="en-US" altLang="ko-KR" dirty="0">
                <a:solidFill>
                  <a:srgbClr val="0F3D2E"/>
                </a:solidFill>
              </a:rPr>
              <a:t>(CSV, Oracle)</a:t>
            </a:r>
          </a:p>
          <a:p>
            <a:pPr algn="ctr"/>
            <a:endParaRPr lang="en-US" altLang="ko-KR" dirty="0">
              <a:solidFill>
                <a:srgbClr val="0F3D2E"/>
              </a:solidFill>
            </a:endParaRPr>
          </a:p>
          <a:p>
            <a:pPr algn="ctr"/>
            <a:endParaRPr lang="ko-KR" altLang="en-US" dirty="0"/>
          </a:p>
        </p:txBody>
      </p:sp>
      <p:pic>
        <p:nvPicPr>
          <p:cNvPr id="16" name="내용 개체 틀 15" descr="그래픽, 클립아트, 그래픽 디자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840725-F872-E814-B3FF-11E6B1BBA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997" y="4119271"/>
            <a:ext cx="1092064" cy="1092064"/>
          </a:xfrm>
        </p:spPr>
      </p:pic>
      <p:pic>
        <p:nvPicPr>
          <p:cNvPr id="18" name="그림 17" descr="클립아트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0CF50A-C7D1-6FCA-5C13-F9FB916AF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523" y="4053840"/>
            <a:ext cx="1157495" cy="1157495"/>
          </a:xfrm>
          <a:prstGeom prst="rect">
            <a:avLst/>
          </a:prstGeom>
        </p:spPr>
      </p:pic>
      <p:pic>
        <p:nvPicPr>
          <p:cNvPr id="20" name="그림 19" descr="스크린샷, 그래픽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EFA421-D49C-EE4B-D117-19E1E32E3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60" y="4068614"/>
            <a:ext cx="1142721" cy="1142721"/>
          </a:xfrm>
          <a:prstGeom prst="rect">
            <a:avLst/>
          </a:prstGeom>
        </p:spPr>
      </p:pic>
      <p:pic>
        <p:nvPicPr>
          <p:cNvPr id="22" name="그림 21" descr="스크린샷, 그래픽, 다채로움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F2152F-595C-0DF1-1DA7-6DDB4F4FC6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110" y="4180009"/>
            <a:ext cx="1031326" cy="1031326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A3CCC91-78CA-3A70-14DA-B270205406CE}"/>
              </a:ext>
            </a:extLst>
          </p:cNvPr>
          <p:cNvCxnSpPr/>
          <p:nvPr/>
        </p:nvCxnSpPr>
        <p:spPr>
          <a:xfrm>
            <a:off x="3173705" y="3657600"/>
            <a:ext cx="289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15A7C12-C027-E568-96F4-088DD5DB3388}"/>
              </a:ext>
            </a:extLst>
          </p:cNvPr>
          <p:cNvCxnSpPr/>
          <p:nvPr/>
        </p:nvCxnSpPr>
        <p:spPr>
          <a:xfrm>
            <a:off x="5675471" y="3596640"/>
            <a:ext cx="289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2562BEA-A0BF-B16C-933F-13F9EFCDEC9D}"/>
              </a:ext>
            </a:extLst>
          </p:cNvPr>
          <p:cNvCxnSpPr/>
          <p:nvPr/>
        </p:nvCxnSpPr>
        <p:spPr>
          <a:xfrm>
            <a:off x="8177237" y="3589020"/>
            <a:ext cx="289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322E8C-D666-FE8B-DE3F-20FB3512DC0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1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4141F-381C-178B-8542-55B57CC4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설명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DB183681-E070-690D-15C0-70B44863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13959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EC2286-D1E7-F54A-870C-927DB4DE642C}"/>
              </a:ext>
            </a:extLst>
          </p:cNvPr>
          <p:cNvSpPr/>
          <p:nvPr/>
        </p:nvSpPr>
        <p:spPr>
          <a:xfrm>
            <a:off x="6253659" y="4132404"/>
            <a:ext cx="4803836" cy="193105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690692-F48A-F7CC-E253-6FF057B51AAA}"/>
              </a:ext>
            </a:extLst>
          </p:cNvPr>
          <p:cNvSpPr/>
          <p:nvPr/>
        </p:nvSpPr>
        <p:spPr>
          <a:xfrm>
            <a:off x="853440" y="4114800"/>
            <a:ext cx="4730496" cy="1966266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5FD7D1-E821-C5E5-5374-A6DCDF58B093}"/>
              </a:ext>
            </a:extLst>
          </p:cNvPr>
          <p:cNvSpPr/>
          <p:nvPr/>
        </p:nvSpPr>
        <p:spPr>
          <a:xfrm>
            <a:off x="1006786" y="4252361"/>
            <a:ext cx="4412516" cy="166016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결과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날씨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트랙상태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(11304</a:t>
            </a:r>
            <a:r>
              <a:rPr lang="ko-KR" altLang="en-US" dirty="0">
                <a:solidFill>
                  <a:schemeClr val="tx1"/>
                </a:solidFill>
              </a:rPr>
              <a:t>*</a:t>
            </a:r>
            <a:r>
              <a:rPr lang="en-US" altLang="ko-KR" dirty="0">
                <a:solidFill>
                  <a:schemeClr val="tx1"/>
                </a:solidFill>
              </a:rPr>
              <a:t>9)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2022.09-2025.09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3DD989-BE9C-78EA-0C69-28BC71E50510}"/>
              </a:ext>
            </a:extLst>
          </p:cNvPr>
          <p:cNvSpPr/>
          <p:nvPr/>
        </p:nvSpPr>
        <p:spPr>
          <a:xfrm>
            <a:off x="6413572" y="4252360"/>
            <a:ext cx="4469105" cy="166016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기수 기본정보 및 전적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(29</a:t>
            </a:r>
            <a:r>
              <a:rPr lang="ko-KR" altLang="en-US" dirty="0">
                <a:solidFill>
                  <a:schemeClr val="tx1"/>
                </a:solidFill>
              </a:rPr>
              <a:t>*</a:t>
            </a:r>
            <a:r>
              <a:rPr lang="en-US" altLang="ko-KR" dirty="0">
                <a:solidFill>
                  <a:schemeClr val="tx1"/>
                </a:solidFill>
              </a:rPr>
              <a:t>7)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2022.09-2025.09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4EFAEB3-8CD1-EEE8-A424-32EC034E8593}"/>
              </a:ext>
            </a:extLst>
          </p:cNvPr>
          <p:cNvSpPr/>
          <p:nvPr/>
        </p:nvSpPr>
        <p:spPr>
          <a:xfrm>
            <a:off x="1347028" y="4013500"/>
            <a:ext cx="3732028" cy="47771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race_day_results.csv</a:t>
            </a:r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D7AFDC-A9FF-4E0C-31A7-291095CC4F88}"/>
              </a:ext>
            </a:extLst>
          </p:cNvPr>
          <p:cNvSpPr/>
          <p:nvPr/>
        </p:nvSpPr>
        <p:spPr>
          <a:xfrm>
            <a:off x="6783700" y="3988720"/>
            <a:ext cx="3856074" cy="46783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JockeyList.csv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B8084-0B7B-C792-32B5-2ED7DE3CE29C}"/>
              </a:ext>
            </a:extLst>
          </p:cNvPr>
          <p:cNvSpPr txBox="1"/>
          <p:nvPr/>
        </p:nvSpPr>
        <p:spPr>
          <a:xfrm>
            <a:off x="3850640" y="6146443"/>
            <a:ext cx="4171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https://race.kra.co.kr/busanMain.do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F05E1E-E8E0-7E73-6795-0FC87AAC7A78}"/>
              </a:ext>
            </a:extLst>
          </p:cNvPr>
          <p:cNvSpPr/>
          <p:nvPr/>
        </p:nvSpPr>
        <p:spPr>
          <a:xfrm>
            <a:off x="853440" y="1787908"/>
            <a:ext cx="4730496" cy="19977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255B64-DBAB-0297-6BE5-F61799810BEB}"/>
              </a:ext>
            </a:extLst>
          </p:cNvPr>
          <p:cNvSpPr/>
          <p:nvPr/>
        </p:nvSpPr>
        <p:spPr>
          <a:xfrm>
            <a:off x="1006786" y="1894269"/>
            <a:ext cx="4391238" cy="173579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말별 상금</a:t>
            </a:r>
            <a:r>
              <a:rPr lang="en-US" altLang="ko-KR" dirty="0"/>
              <a:t>, </a:t>
            </a:r>
            <a:r>
              <a:rPr lang="ko-KR" altLang="en-US" dirty="0"/>
              <a:t>누적 결과 </a:t>
            </a:r>
            <a:endParaRPr lang="en-US" altLang="ko-KR" dirty="0"/>
          </a:p>
          <a:p>
            <a:pPr algn="ctr"/>
            <a:r>
              <a:rPr lang="en-US" altLang="ko-KR" dirty="0"/>
              <a:t>(12984</a:t>
            </a:r>
            <a:r>
              <a:rPr lang="ko-KR" altLang="en-US" dirty="0"/>
              <a:t>*</a:t>
            </a:r>
            <a:r>
              <a:rPr lang="en-US" altLang="ko-KR" dirty="0"/>
              <a:t>14)</a:t>
            </a:r>
          </a:p>
          <a:p>
            <a:pPr algn="ctr"/>
            <a:r>
              <a:rPr lang="en-US" altLang="ko-KR" dirty="0"/>
              <a:t>2022.09-2025.09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3D2988-3C23-5807-9E90-6C297F49A486}"/>
              </a:ext>
            </a:extLst>
          </p:cNvPr>
          <p:cNvSpPr/>
          <p:nvPr/>
        </p:nvSpPr>
        <p:spPr>
          <a:xfrm>
            <a:off x="1347028" y="1685981"/>
            <a:ext cx="3732028" cy="43593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horse_racing_prize.csv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B3B4AD-5909-7A48-8C36-9E14653D9756}"/>
              </a:ext>
            </a:extLst>
          </p:cNvPr>
          <p:cNvSpPr/>
          <p:nvPr/>
        </p:nvSpPr>
        <p:spPr>
          <a:xfrm>
            <a:off x="6253659" y="1782828"/>
            <a:ext cx="4926718" cy="191261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D284DD-3BBB-1A2B-E41E-F7735513B105}"/>
              </a:ext>
            </a:extLst>
          </p:cNvPr>
          <p:cNvSpPr/>
          <p:nvPr/>
        </p:nvSpPr>
        <p:spPr>
          <a:xfrm>
            <a:off x="6441686" y="1893843"/>
            <a:ext cx="4540102" cy="169057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츨전</a:t>
            </a:r>
            <a:r>
              <a:rPr lang="ko-KR" altLang="en-US" dirty="0"/>
              <a:t> 일정</a:t>
            </a:r>
            <a:r>
              <a:rPr lang="en-US" altLang="ko-KR" dirty="0"/>
              <a:t>, </a:t>
            </a:r>
            <a:r>
              <a:rPr lang="ko-KR" altLang="en-US" dirty="0"/>
              <a:t>편성</a:t>
            </a:r>
            <a:r>
              <a:rPr lang="en-US" altLang="ko-KR" dirty="0"/>
              <a:t>, </a:t>
            </a:r>
            <a:r>
              <a:rPr lang="ko-KR" altLang="en-US" dirty="0"/>
              <a:t>등급</a:t>
            </a:r>
            <a:endParaRPr lang="en-US" altLang="ko-KR" dirty="0"/>
          </a:p>
          <a:p>
            <a:pPr algn="ctr"/>
            <a:r>
              <a:rPr lang="en-US" altLang="ko-KR" dirty="0"/>
              <a:t>(942</a:t>
            </a:r>
            <a:r>
              <a:rPr lang="ko-KR" altLang="en-US" dirty="0"/>
              <a:t>*</a:t>
            </a:r>
            <a:r>
              <a:rPr lang="en-US" altLang="ko-KR" dirty="0"/>
              <a:t>9)</a:t>
            </a:r>
          </a:p>
          <a:p>
            <a:pPr algn="ctr"/>
            <a:r>
              <a:rPr lang="en-US" altLang="ko-KR" dirty="0"/>
              <a:t>2022.09-2025.09</a:t>
            </a:r>
            <a:endParaRPr lang="ko-KR" altLang="en-US" dirty="0"/>
          </a:p>
          <a:p>
            <a:pPr algn="ctr"/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8D409F6-124D-322A-A76B-8DF7B3F8DC2C}"/>
              </a:ext>
            </a:extLst>
          </p:cNvPr>
          <p:cNvSpPr/>
          <p:nvPr/>
        </p:nvSpPr>
        <p:spPr>
          <a:xfrm>
            <a:off x="6963682" y="1682243"/>
            <a:ext cx="3638104" cy="435934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Entry_details.csv</a:t>
            </a:r>
            <a:endParaRPr lang="ko-KR" altLang="en-US" dirty="0"/>
          </a:p>
        </p:txBody>
      </p:sp>
      <p:pic>
        <p:nvPicPr>
          <p:cNvPr id="12" name="그림 11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4C0571-8A95-944D-D501-92A35D3A14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7" grpId="0" animBg="1"/>
      <p:bldP spid="8" grpId="0" animBg="1"/>
      <p:bldP spid="15" grpId="0" animBg="1"/>
      <p:bldP spid="16" grpId="0" animBg="1"/>
      <p:bldP spid="4" grpId="0" animBg="1"/>
      <p:bldP spid="5" grpId="0" animBg="1"/>
      <p:bldP spid="13" grpId="0" animBg="1"/>
      <p:bldP spid="9" grpId="0" animBg="1"/>
      <p:bldP spid="6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57FEC2-00BE-2EBB-2D0B-D745222267C5}"/>
              </a:ext>
            </a:extLst>
          </p:cNvPr>
          <p:cNvSpPr/>
          <p:nvPr/>
        </p:nvSpPr>
        <p:spPr>
          <a:xfrm rot="18334181">
            <a:off x="7943281" y="1708831"/>
            <a:ext cx="45719" cy="21728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6472A3-9F5B-F048-4C7E-D917DC56D2A9}"/>
              </a:ext>
            </a:extLst>
          </p:cNvPr>
          <p:cNvSpPr/>
          <p:nvPr/>
        </p:nvSpPr>
        <p:spPr>
          <a:xfrm rot="21436939">
            <a:off x="5919180" y="1925257"/>
            <a:ext cx="45719" cy="21728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8D6452-8434-AF14-B072-C39326600A95}"/>
              </a:ext>
            </a:extLst>
          </p:cNvPr>
          <p:cNvSpPr/>
          <p:nvPr/>
        </p:nvSpPr>
        <p:spPr>
          <a:xfrm rot="2860754">
            <a:off x="3719777" y="1769181"/>
            <a:ext cx="45719" cy="21728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8B67B1-C887-F5CE-7212-49AD8BF5F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구성 및 클래스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116C67-8D5B-2A84-3704-1A19BB371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60" y="2748518"/>
            <a:ext cx="10972800" cy="4525963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25F79A-8C77-04F6-AD04-43CD308F4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6F3CC80-28DD-87AC-68CF-C873C2A3EE2D}"/>
              </a:ext>
            </a:extLst>
          </p:cNvPr>
          <p:cNvSpPr/>
          <p:nvPr/>
        </p:nvSpPr>
        <p:spPr>
          <a:xfrm>
            <a:off x="3473680" y="1744617"/>
            <a:ext cx="4965405" cy="627321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클래스 구조 예시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897E809-0C1C-37E1-660D-4436E7E18646}"/>
              </a:ext>
            </a:extLst>
          </p:cNvPr>
          <p:cNvSpPr/>
          <p:nvPr/>
        </p:nvSpPr>
        <p:spPr>
          <a:xfrm>
            <a:off x="1562981" y="3274828"/>
            <a:ext cx="2594344" cy="25730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82BF78-7F1A-68F9-ABE7-F7A9669F092E}"/>
              </a:ext>
            </a:extLst>
          </p:cNvPr>
          <p:cNvSpPr/>
          <p:nvPr/>
        </p:nvSpPr>
        <p:spPr>
          <a:xfrm>
            <a:off x="1750508" y="3461324"/>
            <a:ext cx="2250265" cy="220008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출전횟수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승률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상금</a:t>
            </a:r>
          </a:p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D68842-B22C-CF87-99F7-26CF633884C3}"/>
              </a:ext>
            </a:extLst>
          </p:cNvPr>
          <p:cNvSpPr/>
          <p:nvPr/>
        </p:nvSpPr>
        <p:spPr>
          <a:xfrm>
            <a:off x="1747224" y="3459119"/>
            <a:ext cx="2275368" cy="3827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Horse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728369-2968-EDE0-0C5E-33F7FDC92504}"/>
              </a:ext>
            </a:extLst>
          </p:cNvPr>
          <p:cNvSpPr/>
          <p:nvPr/>
        </p:nvSpPr>
        <p:spPr>
          <a:xfrm>
            <a:off x="4719083" y="3274828"/>
            <a:ext cx="2594344" cy="25730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 생년월일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통산전적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575A1DC-675B-84B7-AEA0-A88B235CD9B6}"/>
              </a:ext>
            </a:extLst>
          </p:cNvPr>
          <p:cNvSpPr/>
          <p:nvPr/>
        </p:nvSpPr>
        <p:spPr>
          <a:xfrm>
            <a:off x="4903674" y="3461324"/>
            <a:ext cx="2250265" cy="220008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생년월일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통산전적</a:t>
            </a:r>
          </a:p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DB487D3-4A81-5D65-5B4C-D3FC821F392F}"/>
              </a:ext>
            </a:extLst>
          </p:cNvPr>
          <p:cNvSpPr/>
          <p:nvPr/>
        </p:nvSpPr>
        <p:spPr>
          <a:xfrm>
            <a:off x="4891122" y="3462657"/>
            <a:ext cx="2275368" cy="3827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F3D2E"/>
                </a:solidFill>
              </a:rPr>
              <a:t>Jockey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5F59E23-0A1C-15E9-3EEE-7A03BE06951C}"/>
              </a:ext>
            </a:extLst>
          </p:cNvPr>
          <p:cNvSpPr/>
          <p:nvPr/>
        </p:nvSpPr>
        <p:spPr>
          <a:xfrm>
            <a:off x="7875185" y="3243808"/>
            <a:ext cx="2594344" cy="25730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532F7BC-1B33-D4B7-9865-375FC1B88D8C}"/>
              </a:ext>
            </a:extLst>
          </p:cNvPr>
          <p:cNvSpPr/>
          <p:nvPr/>
        </p:nvSpPr>
        <p:spPr>
          <a:xfrm>
            <a:off x="8059776" y="3440057"/>
            <a:ext cx="2250265" cy="220008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날짜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거리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등급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결과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A7F58DB-D4B5-009D-E973-4ECBFD2F6D94}"/>
              </a:ext>
            </a:extLst>
          </p:cNvPr>
          <p:cNvSpPr/>
          <p:nvPr/>
        </p:nvSpPr>
        <p:spPr>
          <a:xfrm>
            <a:off x="8059776" y="3439611"/>
            <a:ext cx="2275368" cy="3827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F3D2E"/>
                </a:solidFill>
              </a:rPr>
              <a:t>Race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림 17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5FAC7F-A1F3-85D1-C4EB-62B5CF10F7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2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5" grpId="0" animBg="1"/>
      <p:bldP spid="6" grpId="0" animBg="1"/>
      <p:bldP spid="12" grpId="0" animBg="1"/>
      <p:bldP spid="7" grpId="0" animBg="1"/>
      <p:bldP spid="8" grpId="0" animBg="1"/>
      <p:bldP spid="13" grpId="0" animBg="1"/>
      <p:bldP spid="9" grpId="0" animBg="1"/>
      <p:bldP spid="10" grpId="0" animBg="1"/>
      <p:bldP spid="17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CF2CF-624A-D94C-62DD-3231E2001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</a:t>
            </a:r>
            <a:r>
              <a:rPr lang="ko-KR" altLang="en-US" b="1" dirty="0" err="1"/>
              <a:t>전처리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D75CC-1873-340C-DEBA-7C30205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F3D2E"/>
                </a:solidFill>
              </a:rPr>
              <a:t>1. </a:t>
            </a:r>
            <a:r>
              <a:rPr lang="ko-KR" altLang="en-US" dirty="0" err="1">
                <a:solidFill>
                  <a:srgbClr val="0F3D2E"/>
                </a:solidFill>
              </a:rPr>
              <a:t>결측치</a:t>
            </a:r>
            <a:r>
              <a:rPr lang="ko-KR" altLang="en-US" dirty="0">
                <a:solidFill>
                  <a:srgbClr val="0F3D2E"/>
                </a:solidFill>
              </a:rPr>
              <a:t> 및 형 변환 처리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2. </a:t>
            </a:r>
            <a:r>
              <a:rPr lang="ko-KR" altLang="en-US" dirty="0">
                <a:solidFill>
                  <a:srgbClr val="0F3D2E"/>
                </a:solidFill>
              </a:rPr>
              <a:t>거리</a:t>
            </a:r>
            <a:r>
              <a:rPr lang="en-US" altLang="ko-KR" dirty="0">
                <a:solidFill>
                  <a:srgbClr val="0F3D2E"/>
                </a:solidFill>
              </a:rPr>
              <a:t>·</a:t>
            </a:r>
            <a:r>
              <a:rPr lang="ko-KR" altLang="en-US" dirty="0">
                <a:solidFill>
                  <a:srgbClr val="0F3D2E"/>
                </a:solidFill>
              </a:rPr>
              <a:t>상금 단위 정규화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3. </a:t>
            </a:r>
            <a:r>
              <a:rPr lang="ko-KR" altLang="en-US" dirty="0">
                <a:solidFill>
                  <a:srgbClr val="0F3D2E"/>
                </a:solidFill>
              </a:rPr>
              <a:t>승률 계산 </a:t>
            </a:r>
            <a:r>
              <a:rPr lang="en-US" altLang="ko-KR" dirty="0">
                <a:solidFill>
                  <a:srgbClr val="0F3D2E"/>
                </a:solidFill>
              </a:rPr>
              <a:t>(1</a:t>
            </a:r>
            <a:r>
              <a:rPr lang="ko-KR" altLang="en-US" dirty="0">
                <a:solidFill>
                  <a:srgbClr val="0F3D2E"/>
                </a:solidFill>
              </a:rPr>
              <a:t>등 횟수 </a:t>
            </a:r>
            <a:r>
              <a:rPr lang="en-US" altLang="ko-KR" dirty="0">
                <a:solidFill>
                  <a:srgbClr val="0F3D2E"/>
                </a:solidFill>
              </a:rPr>
              <a:t>/ </a:t>
            </a:r>
            <a:r>
              <a:rPr lang="ko-KR" altLang="en-US" dirty="0">
                <a:solidFill>
                  <a:srgbClr val="0F3D2E"/>
                </a:solidFill>
              </a:rPr>
              <a:t>출전횟수</a:t>
            </a:r>
            <a:r>
              <a:rPr lang="en-US" altLang="ko-KR" dirty="0">
                <a:solidFill>
                  <a:srgbClr val="0F3D2E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4. </a:t>
            </a:r>
            <a:r>
              <a:rPr lang="ko-KR" altLang="en-US" dirty="0">
                <a:solidFill>
                  <a:srgbClr val="0F3D2E"/>
                </a:solidFill>
              </a:rPr>
              <a:t>텍스트 인코딩 처리 </a:t>
            </a:r>
            <a:r>
              <a:rPr lang="en-US" altLang="ko-KR" dirty="0">
                <a:solidFill>
                  <a:srgbClr val="0F3D2E"/>
                </a:solidFill>
              </a:rPr>
              <a:t>(utf-8, cp949 </a:t>
            </a:r>
            <a:r>
              <a:rPr lang="ko-KR" altLang="en-US" dirty="0">
                <a:solidFill>
                  <a:srgbClr val="0F3D2E"/>
                </a:solidFill>
              </a:rPr>
              <a:t>등</a:t>
            </a:r>
            <a:r>
              <a:rPr lang="en-US" altLang="ko-KR" dirty="0">
                <a:solidFill>
                  <a:srgbClr val="0F3D2E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5. </a:t>
            </a:r>
            <a:r>
              <a:rPr lang="ko-KR" altLang="en-US" dirty="0">
                <a:solidFill>
                  <a:srgbClr val="0F3D2E"/>
                </a:solidFill>
              </a:rPr>
              <a:t>수치형 피처 스케일링 및 이상치 제거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FA319D-D40C-D1F5-32D4-FD11658C2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798699-ED33-9088-648C-24EECF37D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0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755F2C4C-278F-9CA7-8714-31D5E9D8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2957FB-31CE-D611-3AEF-A26E9B1E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분석 프로세스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30868B-5976-CD8C-74B4-B66D5FCFA3E3}"/>
              </a:ext>
            </a:extLst>
          </p:cNvPr>
          <p:cNvSpPr/>
          <p:nvPr/>
        </p:nvSpPr>
        <p:spPr>
          <a:xfrm>
            <a:off x="693336" y="1499616"/>
            <a:ext cx="3898761" cy="462987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5BC6FF-6E22-DBA5-0EAF-0084C646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64" y="2492948"/>
            <a:ext cx="3481860" cy="3354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EB821EC-F309-0609-A41F-DBDE7D5B7B6E}"/>
              </a:ext>
            </a:extLst>
          </p:cNvPr>
          <p:cNvSpPr/>
          <p:nvPr/>
        </p:nvSpPr>
        <p:spPr>
          <a:xfrm>
            <a:off x="4983971" y="2230733"/>
            <a:ext cx="7208029" cy="3617173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D4335F-8FB0-D53B-1FC9-476156EF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29" y="2492948"/>
            <a:ext cx="5954235" cy="23143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6A340A-7065-F584-41BA-F303231D0B1B}"/>
              </a:ext>
            </a:extLst>
          </p:cNvPr>
          <p:cNvSpPr/>
          <p:nvPr/>
        </p:nvSpPr>
        <p:spPr>
          <a:xfrm>
            <a:off x="846193" y="1766070"/>
            <a:ext cx="3584802" cy="493636"/>
          </a:xfrm>
          <a:prstGeom prst="round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경주마별 성과 및 상금 추이분석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A7F9EE-2F00-FBFA-5D71-B89275E56EC8}"/>
              </a:ext>
            </a:extLst>
          </p:cNvPr>
          <p:cNvSpPr/>
          <p:nvPr/>
        </p:nvSpPr>
        <p:spPr>
          <a:xfrm>
            <a:off x="6146235" y="4977177"/>
            <a:ext cx="4883499" cy="673239"/>
          </a:xfrm>
          <a:prstGeom prst="round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기수별</a:t>
            </a:r>
            <a:r>
              <a:rPr lang="ko-KR" altLang="en-US" b="1" dirty="0"/>
              <a:t> 우승패턴 파악 대회별 승률 </a:t>
            </a:r>
            <a:endParaRPr lang="en-US" altLang="ko-KR" b="1" dirty="0"/>
          </a:p>
          <a:p>
            <a:pPr algn="ctr"/>
            <a:r>
              <a:rPr lang="ko-KR" altLang="en-US" b="1" dirty="0"/>
              <a:t>및 출전 경향 시각화</a:t>
            </a:r>
          </a:p>
        </p:txBody>
      </p:sp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F60547-BBD7-61CE-98AD-7706F01A3E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7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93D1C-8074-A2DB-963F-4E3736DB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모델 개발 과정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2E9E44-F16A-FE74-3328-24F63FE6C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F3D2E"/>
                </a:solidFill>
              </a:rPr>
              <a:t>1. Feature Scaling </a:t>
            </a:r>
            <a:r>
              <a:rPr lang="ko-KR" altLang="en-US" dirty="0">
                <a:solidFill>
                  <a:srgbClr val="0F3D2E"/>
                </a:solidFill>
              </a:rPr>
              <a:t>및 </a:t>
            </a:r>
            <a:r>
              <a:rPr lang="en-US" altLang="ko-KR" dirty="0">
                <a:solidFill>
                  <a:srgbClr val="0F3D2E"/>
                </a:solidFill>
              </a:rPr>
              <a:t>Encoding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2. Logistic Regression, </a:t>
            </a:r>
            <a:r>
              <a:rPr lang="en-US" altLang="ko-KR" dirty="0" err="1">
                <a:solidFill>
                  <a:srgbClr val="0F3D2E"/>
                </a:solidFill>
              </a:rPr>
              <a:t>RandomForest</a:t>
            </a:r>
            <a:r>
              <a:rPr lang="en-US" altLang="ko-KR" dirty="0">
                <a:solidFill>
                  <a:srgbClr val="0F3D2E"/>
                </a:solidFill>
              </a:rPr>
              <a:t>, SVC </a:t>
            </a:r>
            <a:r>
              <a:rPr lang="ko-KR" altLang="en-US" dirty="0">
                <a:solidFill>
                  <a:srgbClr val="0F3D2E"/>
                </a:solidFill>
              </a:rPr>
              <a:t>모델링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3. </a:t>
            </a:r>
            <a:r>
              <a:rPr lang="en-US" altLang="ko-KR" dirty="0" err="1">
                <a:solidFill>
                  <a:srgbClr val="0F3D2E"/>
                </a:solidFill>
              </a:rPr>
              <a:t>StratifiedKFold</a:t>
            </a:r>
            <a:r>
              <a:rPr lang="en-US" altLang="ko-KR" dirty="0">
                <a:solidFill>
                  <a:srgbClr val="0F3D2E"/>
                </a:solidFill>
              </a:rPr>
              <a:t>(5) </a:t>
            </a:r>
            <a:r>
              <a:rPr lang="ko-KR" altLang="en-US" dirty="0">
                <a:solidFill>
                  <a:srgbClr val="0F3D2E"/>
                </a:solidFill>
              </a:rPr>
              <a:t>교차검증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4. </a:t>
            </a:r>
            <a:r>
              <a:rPr lang="ko-KR" altLang="en-US" dirty="0">
                <a:solidFill>
                  <a:srgbClr val="0F3D2E"/>
                </a:solidFill>
              </a:rPr>
              <a:t>성능평가 </a:t>
            </a:r>
            <a:r>
              <a:rPr lang="en-US" altLang="ko-KR" dirty="0">
                <a:solidFill>
                  <a:srgbClr val="0F3D2E"/>
                </a:solidFill>
              </a:rPr>
              <a:t>(Accuracy, F1-score)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결과</a:t>
            </a:r>
            <a:r>
              <a:rPr lang="en-US" altLang="ko-KR" dirty="0">
                <a:solidFill>
                  <a:srgbClr val="0F3D2E"/>
                </a:solidFill>
              </a:rPr>
              <a:t>: Accuracy 0.87, F1-score 0.82</a:t>
            </a:r>
          </a:p>
          <a:p>
            <a:endParaRPr lang="ko-KR" altLang="en-US" dirty="0"/>
          </a:p>
        </p:txBody>
      </p:sp>
      <p:pic>
        <p:nvPicPr>
          <p:cNvPr id="6" name="그림 5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6E4B5E-D631-2E23-40A3-3A4C62C64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12058-FDBA-6E9E-DEB4-CE3BE57CA0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9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564AA-9943-FECC-8058-996464C0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통합 시스템 아키텍처</a:t>
            </a:r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05A83-7D8D-D3B0-D14F-27265B849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327D802-79FC-2394-066B-04D4F113A7A8}"/>
              </a:ext>
            </a:extLst>
          </p:cNvPr>
          <p:cNvSpPr/>
          <p:nvPr/>
        </p:nvSpPr>
        <p:spPr>
          <a:xfrm>
            <a:off x="0" y="3211033"/>
            <a:ext cx="12192000" cy="531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804C372-08CE-5DE1-D23A-2E407AF72D2D}"/>
              </a:ext>
            </a:extLst>
          </p:cNvPr>
          <p:cNvSpPr/>
          <p:nvPr/>
        </p:nvSpPr>
        <p:spPr>
          <a:xfrm>
            <a:off x="1031359" y="2759149"/>
            <a:ext cx="978195" cy="9037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C50E95-DC0E-C1DC-AF26-65214C01F84C}"/>
              </a:ext>
            </a:extLst>
          </p:cNvPr>
          <p:cNvSpPr/>
          <p:nvPr/>
        </p:nvSpPr>
        <p:spPr>
          <a:xfrm>
            <a:off x="3193313" y="2748516"/>
            <a:ext cx="978195" cy="9037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2F1747F-C93B-CAFF-4B88-CE28004E0C15}"/>
              </a:ext>
            </a:extLst>
          </p:cNvPr>
          <p:cNvSpPr/>
          <p:nvPr/>
        </p:nvSpPr>
        <p:spPr>
          <a:xfrm>
            <a:off x="5521843" y="2748516"/>
            <a:ext cx="978195" cy="9037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1FBC041-A825-67A9-8090-71BE23B4A834}"/>
              </a:ext>
            </a:extLst>
          </p:cNvPr>
          <p:cNvSpPr/>
          <p:nvPr/>
        </p:nvSpPr>
        <p:spPr>
          <a:xfrm>
            <a:off x="7956698" y="2785730"/>
            <a:ext cx="978195" cy="9037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3928461-3689-E1DD-5D95-51D2D4716A73}"/>
              </a:ext>
            </a:extLst>
          </p:cNvPr>
          <p:cNvSpPr/>
          <p:nvPr/>
        </p:nvSpPr>
        <p:spPr>
          <a:xfrm>
            <a:off x="10285228" y="2812311"/>
            <a:ext cx="978195" cy="9037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그래픽, 그래픽 디자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32B1F1-0F1C-E0FB-EEB1-E58B2573A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70" y="2895429"/>
            <a:ext cx="631208" cy="631208"/>
          </a:xfrm>
          <a:prstGeom prst="rect">
            <a:avLst/>
          </a:prstGeom>
        </p:spPr>
      </p:pic>
      <p:pic>
        <p:nvPicPr>
          <p:cNvPr id="14" name="그림 13" descr="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8732B7-23DA-923E-F8FD-21BCF95FD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09" y="2862668"/>
            <a:ext cx="675461" cy="675461"/>
          </a:xfrm>
          <a:prstGeom prst="rect">
            <a:avLst/>
          </a:prstGeom>
        </p:spPr>
      </p:pic>
      <p:pic>
        <p:nvPicPr>
          <p:cNvPr id="16" name="그림 15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3B78A-A05B-5997-FD6E-FACE34FC7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889" y="2862668"/>
            <a:ext cx="661800" cy="661800"/>
          </a:xfrm>
          <a:prstGeom prst="rect">
            <a:avLst/>
          </a:prstGeom>
        </p:spPr>
      </p:pic>
      <p:pic>
        <p:nvPicPr>
          <p:cNvPr id="13" name="내용 개체 틀 12" descr="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CFF10D-73E0-F9A3-8ED1-C9A142A62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508" y="2981472"/>
            <a:ext cx="667634" cy="667634"/>
          </a:xfrm>
        </p:spPr>
      </p:pic>
      <p:pic>
        <p:nvPicPr>
          <p:cNvPr id="18" name="그림 17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D43866-8FF4-BBCF-C227-18BAC5D5C9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161" y="2862668"/>
            <a:ext cx="687267" cy="6872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E61355B-D6FC-7950-739D-5AE89E192AB0}"/>
              </a:ext>
            </a:extLst>
          </p:cNvPr>
          <p:cNvSpPr txBox="1"/>
          <p:nvPr/>
        </p:nvSpPr>
        <p:spPr>
          <a:xfrm>
            <a:off x="825900" y="379919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데이터 수집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B2A7F-D1F6-3D6A-1B74-818ACCB22D7C}"/>
              </a:ext>
            </a:extLst>
          </p:cNvPr>
          <p:cNvSpPr txBox="1"/>
          <p:nvPr/>
        </p:nvSpPr>
        <p:spPr>
          <a:xfrm>
            <a:off x="2925353" y="3799196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err="1"/>
              <a:t>판다스</a:t>
            </a:r>
            <a:r>
              <a:rPr lang="ko-KR" altLang="en-US" b="1" dirty="0"/>
              <a:t> </a:t>
            </a:r>
            <a:r>
              <a:rPr lang="ko-KR" altLang="en-US" b="1" dirty="0" err="1"/>
              <a:t>전처리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49E83B-2384-FCD0-AA89-5AAA6A69BB0E}"/>
              </a:ext>
            </a:extLst>
          </p:cNvPr>
          <p:cNvSpPr txBox="1"/>
          <p:nvPr/>
        </p:nvSpPr>
        <p:spPr>
          <a:xfrm>
            <a:off x="5466120" y="3778766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Flask API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F6DFAA-029A-2C93-88D5-D1FF2D9FDD30}"/>
              </a:ext>
            </a:extLst>
          </p:cNvPr>
          <p:cNvSpPr txBox="1"/>
          <p:nvPr/>
        </p:nvSpPr>
        <p:spPr>
          <a:xfrm>
            <a:off x="7561577" y="3762116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HTML/JS </a:t>
            </a:r>
            <a:r>
              <a:rPr lang="ko-KR" altLang="en-US" b="1" dirty="0"/>
              <a:t>시각화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65FB71-786D-3C3E-4348-213362103049}"/>
              </a:ext>
            </a:extLst>
          </p:cNvPr>
          <p:cNvSpPr txBox="1"/>
          <p:nvPr/>
        </p:nvSpPr>
        <p:spPr>
          <a:xfrm>
            <a:off x="9895445" y="3754856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사용자 인터랙션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1D18979-63F4-C307-2EB3-D8FFF93A1342}"/>
              </a:ext>
            </a:extLst>
          </p:cNvPr>
          <p:cNvSpPr/>
          <p:nvPr/>
        </p:nvSpPr>
        <p:spPr>
          <a:xfrm>
            <a:off x="2009554" y="4843132"/>
            <a:ext cx="8091376" cy="88390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백엔드와</a:t>
            </a:r>
            <a:r>
              <a:rPr lang="ko-KR" altLang="en-US" dirty="0"/>
              <a:t> </a:t>
            </a:r>
            <a:r>
              <a:rPr lang="ko-KR" altLang="en-US" dirty="0" err="1"/>
              <a:t>프론트엔드</a:t>
            </a:r>
            <a:r>
              <a:rPr lang="ko-KR" altLang="en-US" dirty="0"/>
              <a:t> 완전 분리형 </a:t>
            </a:r>
            <a:r>
              <a:rPr lang="en-US" altLang="ko-KR" dirty="0"/>
              <a:t>MVC </a:t>
            </a:r>
            <a:r>
              <a:rPr lang="ko-KR" altLang="en-US" dirty="0"/>
              <a:t>구조 </a:t>
            </a:r>
          </a:p>
        </p:txBody>
      </p:sp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8313E8-11F3-77DC-A20F-D6C119F7C0A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7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3" grpId="0"/>
      <p:bldP spid="24" grpId="0"/>
      <p:bldP spid="25" grpId="0"/>
      <p:bldP spid="26" grpId="0"/>
      <p:bldP spid="27" grpId="0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8B7B0-B583-0707-41D7-AFB6E510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웹 대시보드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209A5-419F-C4DD-EE63-826C3B56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F3D2E"/>
                </a:solidFill>
              </a:rPr>
              <a:t>출전정보</a:t>
            </a:r>
            <a:r>
              <a:rPr lang="en-US" altLang="ko-KR" dirty="0">
                <a:solidFill>
                  <a:srgbClr val="0F3D2E"/>
                </a:solidFill>
              </a:rPr>
              <a:t>: entry_details.csv / </a:t>
            </a:r>
            <a:r>
              <a:rPr lang="en-US" altLang="ko-KR" dirty="0" err="1">
                <a:solidFill>
                  <a:srgbClr val="0F3D2E"/>
                </a:solidFill>
              </a:rPr>
              <a:t>DataTables</a:t>
            </a:r>
            <a:endParaRPr lang="en-US" altLang="ko-KR" dirty="0">
              <a:solidFill>
                <a:srgbClr val="0F3D2E"/>
              </a:solidFill>
            </a:endParaRPr>
          </a:p>
          <a:p>
            <a:r>
              <a:rPr lang="ko-KR" altLang="en-US" dirty="0">
                <a:solidFill>
                  <a:srgbClr val="0F3D2E"/>
                </a:solidFill>
              </a:rPr>
              <a:t>레이스결과</a:t>
            </a:r>
            <a:r>
              <a:rPr lang="en-US" altLang="ko-KR" dirty="0">
                <a:solidFill>
                  <a:srgbClr val="0F3D2E"/>
                </a:solidFill>
              </a:rPr>
              <a:t>: race_day_results.csv / </a:t>
            </a:r>
            <a:r>
              <a:rPr lang="ko-KR" altLang="en-US" dirty="0">
                <a:solidFill>
                  <a:srgbClr val="0F3D2E"/>
                </a:solidFill>
              </a:rPr>
              <a:t>경기일자 및 착순 정렬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3631CD-8360-8BAA-B52E-772238A02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77C914-86AF-9CC6-8F58-561DA793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00" y="3116954"/>
            <a:ext cx="4780524" cy="25887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69A42ED-F174-649D-9FA0-CE25C0E72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794" y="3116954"/>
            <a:ext cx="4571582" cy="2405284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93AE7-A298-4F0E-6119-C4957BBE24D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1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D84CC-AC58-2A0D-E4C1-E201D950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군집분석 </a:t>
            </a:r>
            <a:r>
              <a:rPr lang="en-US" altLang="ko-KR" b="1" dirty="0"/>
              <a:t>– </a:t>
            </a:r>
            <a:r>
              <a:rPr lang="ko-KR" altLang="en-US" b="1" dirty="0"/>
              <a:t>상금</a:t>
            </a:r>
            <a:r>
              <a:rPr lang="en-US" altLang="ko-KR" b="1" dirty="0"/>
              <a:t>, </a:t>
            </a:r>
            <a:r>
              <a:rPr lang="ko-KR" altLang="en-US" b="1" dirty="0"/>
              <a:t>승률 </a:t>
            </a:r>
            <a:r>
              <a:rPr lang="en-US" altLang="ko-KR" b="1" dirty="0"/>
              <a:t>TOP6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C9440-224C-7C40-42DB-AD530A01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373A65-6C35-4009-487F-1DB99E8E2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06" y="1663780"/>
            <a:ext cx="3503848" cy="36595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33394E-B660-E56B-9AA8-385D51246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17" y="1718893"/>
            <a:ext cx="3168469" cy="372761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100F049-AE33-8704-1461-6F23451F281E}"/>
              </a:ext>
            </a:extLst>
          </p:cNvPr>
          <p:cNvSpPr/>
          <p:nvPr/>
        </p:nvSpPr>
        <p:spPr>
          <a:xfrm>
            <a:off x="644094" y="5446503"/>
            <a:ext cx="4267566" cy="862379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상금 </a:t>
            </a:r>
            <a:r>
              <a:rPr lang="en-US" altLang="ko-KR" b="1" dirty="0">
                <a:solidFill>
                  <a:schemeClr val="tx1"/>
                </a:solidFill>
              </a:rPr>
              <a:t>TOP6 (</a:t>
            </a:r>
            <a:r>
              <a:rPr lang="en-US" altLang="ko-KR" b="1" dirty="0" err="1">
                <a:solidFill>
                  <a:schemeClr val="tx1"/>
                </a:solidFill>
              </a:rPr>
              <a:t>Plotly</a:t>
            </a:r>
            <a:r>
              <a:rPr lang="en-US" altLang="ko-KR" b="1" dirty="0">
                <a:solidFill>
                  <a:schemeClr val="tx1"/>
                </a:solidFill>
              </a:rPr>
              <a:t> Bar Chart)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같은 상금이라도 군집별 성장경로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강점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거리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트랙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이 다름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97746D7-A907-ED23-FB0C-812A3F923C3C}"/>
              </a:ext>
            </a:extLst>
          </p:cNvPr>
          <p:cNvSpPr/>
          <p:nvPr/>
        </p:nvSpPr>
        <p:spPr>
          <a:xfrm>
            <a:off x="6770668" y="5446503"/>
            <a:ext cx="4267566" cy="802810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승률 </a:t>
            </a:r>
            <a:r>
              <a:rPr lang="en-US" altLang="ko-KR" dirty="0">
                <a:solidFill>
                  <a:schemeClr val="tx1"/>
                </a:solidFill>
              </a:rPr>
              <a:t>TOP6(</a:t>
            </a:r>
            <a:r>
              <a:rPr lang="en-US" altLang="ko-KR" dirty="0" err="1">
                <a:solidFill>
                  <a:schemeClr val="tx1"/>
                </a:solidFill>
              </a:rPr>
              <a:t>Plotly</a:t>
            </a:r>
            <a:r>
              <a:rPr lang="en-US" altLang="ko-KR" dirty="0">
                <a:solidFill>
                  <a:schemeClr val="tx1"/>
                </a:solidFill>
              </a:rPr>
              <a:t> Horizontal)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동일군집 비교로 폼 차이 확인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3B1952D-F28B-7A64-97E2-8365194124BD}"/>
              </a:ext>
            </a:extLst>
          </p:cNvPr>
          <p:cNvSpPr/>
          <p:nvPr/>
        </p:nvSpPr>
        <p:spPr>
          <a:xfrm>
            <a:off x="4581860" y="2479463"/>
            <a:ext cx="2638701" cy="22064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DC6A29E-67AA-5759-237F-A361E8E440C8}"/>
              </a:ext>
            </a:extLst>
          </p:cNvPr>
          <p:cNvSpPr/>
          <p:nvPr/>
        </p:nvSpPr>
        <p:spPr>
          <a:xfrm>
            <a:off x="4717362" y="2668298"/>
            <a:ext cx="2367696" cy="1828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TOP6 </a:t>
            </a:r>
            <a:r>
              <a:rPr lang="ko-KR" altLang="en-US" sz="1600" b="1" dirty="0">
                <a:solidFill>
                  <a:schemeClr val="tx1"/>
                </a:solidFill>
              </a:rPr>
              <a:t>막대차트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상금</a:t>
            </a:r>
            <a:r>
              <a:rPr lang="en-US" altLang="ko-KR" sz="1600" b="1" dirty="0">
                <a:solidFill>
                  <a:schemeClr val="tx1"/>
                </a:solidFill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</a:rPr>
              <a:t>승률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에 </a:t>
            </a:r>
            <a:r>
              <a:rPr lang="en-US" altLang="ko-KR" sz="1600" b="1" dirty="0">
                <a:solidFill>
                  <a:schemeClr val="tx1"/>
                </a:solidFill>
              </a:rPr>
              <a:t>'</a:t>
            </a:r>
            <a:r>
              <a:rPr lang="ko-KR" altLang="en-US" sz="1600" b="1" dirty="0">
                <a:solidFill>
                  <a:schemeClr val="tx1"/>
                </a:solidFill>
              </a:rPr>
              <a:t>군집</a:t>
            </a:r>
            <a:r>
              <a:rPr lang="en-US" altLang="ko-KR" sz="1600" b="1" dirty="0">
                <a:solidFill>
                  <a:schemeClr val="tx1"/>
                </a:solidFill>
              </a:rPr>
              <a:t>＇</a:t>
            </a:r>
            <a:r>
              <a:rPr lang="ko-KR" altLang="en-US" sz="1600" b="1" dirty="0">
                <a:solidFill>
                  <a:schemeClr val="tx1"/>
                </a:solidFill>
              </a:rPr>
              <a:t>정보를 결합해 </a:t>
            </a:r>
            <a:r>
              <a:rPr lang="en-US" altLang="ko-KR" sz="1600" b="1" dirty="0">
                <a:solidFill>
                  <a:schemeClr val="tx1"/>
                </a:solidFill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</a:rPr>
              <a:t>성과의 맥락을 해석</a:t>
            </a:r>
          </a:p>
          <a:p>
            <a:pPr algn="ctr"/>
            <a:endParaRPr lang="ko-KR" altLang="en-US" dirty="0"/>
          </a:p>
        </p:txBody>
      </p:sp>
      <p:pic>
        <p:nvPicPr>
          <p:cNvPr id="6" name="그림 5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5FA342-F752-6599-13AF-77A0A09A36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9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5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C6834-6C17-C0DE-C5B7-42E35070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33686-52C1-3B4F-24A9-8E4D0C64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군집분석 </a:t>
            </a:r>
            <a:r>
              <a:rPr lang="en-US" altLang="ko-KR" b="1" dirty="0"/>
              <a:t>– </a:t>
            </a:r>
            <a:r>
              <a:rPr lang="ko-KR" altLang="en-US" b="1" dirty="0"/>
              <a:t>실시간 배팅</a:t>
            </a:r>
            <a:r>
              <a:rPr lang="en-US" altLang="ko-KR" b="1" dirty="0"/>
              <a:t>, </a:t>
            </a:r>
            <a:r>
              <a:rPr lang="ko-KR" altLang="en-US" b="1" dirty="0"/>
              <a:t>승률추이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D689783-0AC6-E2AE-4472-2EC25DA90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6727" y="2052081"/>
            <a:ext cx="4962665" cy="2938704"/>
          </a:xfrm>
          <a:prstGeom prst="rect">
            <a:avLst/>
          </a:prstGeom>
        </p:spPr>
      </p:pic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679A5E-899D-8568-F9C9-C6AC7236E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593FC07-B1CA-CFC0-6895-0366D16D6996}"/>
              </a:ext>
            </a:extLst>
          </p:cNvPr>
          <p:cNvSpPr/>
          <p:nvPr/>
        </p:nvSpPr>
        <p:spPr>
          <a:xfrm>
            <a:off x="6096000" y="5022735"/>
            <a:ext cx="4267566" cy="1041029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0F3D2E"/>
                </a:solidFill>
              </a:rPr>
              <a:t>승률추이</a:t>
            </a:r>
            <a:r>
              <a:rPr lang="en-US" altLang="ko-KR" sz="1600" b="1" dirty="0">
                <a:solidFill>
                  <a:srgbClr val="0F3D2E"/>
                </a:solidFill>
              </a:rPr>
              <a:t>(C3.js Line)</a:t>
            </a:r>
            <a:br>
              <a:rPr lang="en-US" altLang="ko-KR" sz="1600" dirty="0">
                <a:solidFill>
                  <a:srgbClr val="0F3D2E"/>
                </a:solidFill>
              </a:rPr>
            </a:br>
            <a:r>
              <a:rPr lang="ko-KR" altLang="en-US" sz="1600" dirty="0">
                <a:solidFill>
                  <a:srgbClr val="0F3D2E"/>
                </a:solidFill>
              </a:rPr>
              <a:t>승률이 높은 군집 </a:t>
            </a:r>
            <a:r>
              <a:rPr lang="en-US" altLang="ko-KR" sz="1600" dirty="0">
                <a:solidFill>
                  <a:srgbClr val="0F3D2E"/>
                </a:solidFill>
              </a:rPr>
              <a:t>2</a:t>
            </a:r>
            <a:r>
              <a:rPr lang="ko-KR" altLang="en-US" sz="1600" dirty="0">
                <a:solidFill>
                  <a:srgbClr val="0F3D2E"/>
                </a:solidFill>
              </a:rPr>
              <a:t>개</a:t>
            </a:r>
            <a:r>
              <a:rPr lang="en-US" altLang="ko-KR" sz="1600" dirty="0">
                <a:solidFill>
                  <a:srgbClr val="0F3D2E"/>
                </a:solidFill>
              </a:rPr>
              <a:t>(</a:t>
            </a:r>
            <a:r>
              <a:rPr lang="ko-KR" altLang="en-US" sz="1600" dirty="0">
                <a:solidFill>
                  <a:srgbClr val="0F3D2E"/>
                </a:solidFill>
              </a:rPr>
              <a:t>청풍 </a:t>
            </a:r>
            <a:r>
              <a:rPr lang="en-US" altLang="ko-KR" sz="1600" dirty="0">
                <a:solidFill>
                  <a:srgbClr val="0F3D2E"/>
                </a:solidFill>
              </a:rPr>
              <a:t>vs </a:t>
            </a:r>
            <a:r>
              <a:rPr lang="ko-KR" altLang="en-US" sz="1600" dirty="0">
                <a:solidFill>
                  <a:srgbClr val="0F3D2E"/>
                </a:solidFill>
              </a:rPr>
              <a:t>지평선</a:t>
            </a:r>
            <a:r>
              <a:rPr lang="en-US" altLang="ko-KR" sz="1600" dirty="0">
                <a:solidFill>
                  <a:srgbClr val="0F3D2E"/>
                </a:solidFill>
              </a:rPr>
              <a:t>)</a:t>
            </a:r>
            <a:r>
              <a:rPr lang="ko-KR" altLang="en-US" sz="1600" dirty="0">
                <a:solidFill>
                  <a:srgbClr val="0F3D2E"/>
                </a:solidFill>
              </a:rPr>
              <a:t>가 최근</a:t>
            </a:r>
            <a:r>
              <a:rPr lang="en-US" altLang="ko-KR" sz="1600" dirty="0">
                <a:solidFill>
                  <a:srgbClr val="0F3D2E"/>
                </a:solidFill>
              </a:rPr>
              <a:t>6</a:t>
            </a:r>
            <a:r>
              <a:rPr lang="ko-KR" altLang="en-US" sz="1600" dirty="0">
                <a:solidFill>
                  <a:srgbClr val="0F3D2E"/>
                </a:solidFill>
              </a:rPr>
              <a:t>경기중 </a:t>
            </a:r>
            <a:r>
              <a:rPr lang="en-US" altLang="ko-KR" sz="1600" dirty="0">
                <a:solidFill>
                  <a:srgbClr val="0F3D2E"/>
                </a:solidFill>
              </a:rPr>
              <a:t>API</a:t>
            </a:r>
            <a:r>
              <a:rPr lang="ko-KR" altLang="en-US" sz="1600" dirty="0">
                <a:solidFill>
                  <a:srgbClr val="0F3D2E"/>
                </a:solidFill>
              </a:rPr>
              <a:t>로 변동성</a:t>
            </a:r>
            <a:r>
              <a:rPr lang="en-US" altLang="ko-KR" sz="1600" dirty="0">
                <a:solidFill>
                  <a:srgbClr val="0F3D2E"/>
                </a:solidFill>
              </a:rPr>
              <a:t>/</a:t>
            </a:r>
            <a:r>
              <a:rPr lang="ko-KR" altLang="en-US" sz="1600" dirty="0">
                <a:solidFill>
                  <a:srgbClr val="0F3D2E"/>
                </a:solidFill>
              </a:rPr>
              <a:t>폼 비교 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694F82-94C1-B5CE-0F38-864103735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700" y="1633287"/>
            <a:ext cx="2638793" cy="3591426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ECA93C-106C-9029-C42A-04137D151426}"/>
              </a:ext>
            </a:extLst>
          </p:cNvPr>
          <p:cNvSpPr/>
          <p:nvPr/>
        </p:nvSpPr>
        <p:spPr>
          <a:xfrm>
            <a:off x="674920" y="5085155"/>
            <a:ext cx="4267566" cy="1063159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실시간 배팅 </a:t>
            </a:r>
            <a:r>
              <a:rPr lang="en-US" altLang="ko-KR" sz="1600" b="1" dirty="0">
                <a:solidFill>
                  <a:schemeClr val="tx1"/>
                </a:solidFill>
              </a:rPr>
              <a:t>(C3.js Donut)</a:t>
            </a:r>
          </a:p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시간축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</a:rPr>
              <a:t>티커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로 도넛 업데이트 시 군집별 베팅 수요 이동파악 목적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FBEAD67-F822-6DD7-8A8E-AF9B1636CE84}"/>
              </a:ext>
            </a:extLst>
          </p:cNvPr>
          <p:cNvSpPr/>
          <p:nvPr/>
        </p:nvSpPr>
        <p:spPr>
          <a:xfrm>
            <a:off x="4071259" y="2255986"/>
            <a:ext cx="2638701" cy="22064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565BCB6-52C6-973B-824F-45F85F46DACA}"/>
              </a:ext>
            </a:extLst>
          </p:cNvPr>
          <p:cNvSpPr/>
          <p:nvPr/>
        </p:nvSpPr>
        <p:spPr>
          <a:xfrm>
            <a:off x="4206761" y="2444821"/>
            <a:ext cx="2367696" cy="1828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도넛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실시간 베팅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과 라인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기수승률추이</a:t>
            </a:r>
            <a:r>
              <a:rPr lang="en-US" altLang="ko-KR" sz="1600" b="1" dirty="0">
                <a:solidFill>
                  <a:schemeClr val="tx1"/>
                </a:solidFill>
              </a:rPr>
              <a:t>)</a:t>
            </a:r>
            <a:r>
              <a:rPr lang="ko-KR" altLang="en-US" sz="1600" b="1" dirty="0">
                <a:solidFill>
                  <a:schemeClr val="tx1"/>
                </a:solidFill>
              </a:rPr>
              <a:t>에 군집 정보를 결합해시각화 </a:t>
            </a:r>
          </a:p>
          <a:p>
            <a:pPr algn="ctr"/>
            <a:endParaRPr lang="ko-KR" altLang="en-US" dirty="0"/>
          </a:p>
        </p:txBody>
      </p:sp>
      <p:pic>
        <p:nvPicPr>
          <p:cNvPr id="8" name="그림 7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BC13CE-777D-DFC0-A08A-53765A571B1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1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3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A1FF3-452C-4C9C-4EDC-DDD547BA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군집분석 </a:t>
            </a:r>
            <a:r>
              <a:rPr lang="en-US" altLang="ko-KR" b="1" dirty="0"/>
              <a:t>– </a:t>
            </a:r>
            <a:r>
              <a:rPr lang="ko-KR" altLang="en-US" b="1" dirty="0"/>
              <a:t>경마별 상금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9CE78-2B68-0338-7678-811623EE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4F991B-FDCD-14B2-7950-2041BB8BC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32F0FF-791F-2E64-E19A-ADB6E366A3B1}"/>
              </a:ext>
            </a:extLst>
          </p:cNvPr>
          <p:cNvSpPr/>
          <p:nvPr/>
        </p:nvSpPr>
        <p:spPr>
          <a:xfrm>
            <a:off x="1454640" y="4367583"/>
            <a:ext cx="8461520" cy="1393137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rgbClr val="0F3D2E"/>
                </a:solidFill>
              </a:rPr>
              <a:t>연도별 상금 </a:t>
            </a:r>
            <a:r>
              <a:rPr lang="en-US" altLang="ko-KR" sz="1600" b="1" dirty="0">
                <a:solidFill>
                  <a:srgbClr val="0F3D2E"/>
                </a:solidFill>
              </a:rPr>
              <a:t>Bar Chart (Chart.js)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“막대 색은 말의 군집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라인은 군집 평균입니다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소속 말들의 연도별 평균 누적상금</a:t>
            </a:r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또는 평균 </a:t>
            </a:r>
            <a:r>
              <a:rPr lang="ko-KR" altLang="en-US" sz="1600" dirty="0" err="1">
                <a:solidFill>
                  <a:schemeClr val="tx1"/>
                </a:solidFill>
              </a:rPr>
              <a:t>회차상금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을 추가 데이터셋으로 그리면 해당 말의 군집 평균 대비 궤적이 </a:t>
            </a:r>
            <a:r>
              <a:rPr lang="ko-KR" altLang="en-US" sz="1600" dirty="0" err="1">
                <a:solidFill>
                  <a:schemeClr val="tx1"/>
                </a:solidFill>
              </a:rPr>
              <a:t>명확해집니다</a:t>
            </a:r>
            <a:r>
              <a:rPr lang="en-US" altLang="ko-KR" sz="1600" dirty="0">
                <a:solidFill>
                  <a:schemeClr val="tx1"/>
                </a:solidFill>
              </a:rPr>
              <a:t>.”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0C5D61-EF06-62DC-C8C3-15AAA03A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040" y="1741342"/>
            <a:ext cx="7071536" cy="2485100"/>
          </a:xfrm>
          <a:prstGeom prst="rect">
            <a:avLst/>
          </a:prstGeom>
        </p:spPr>
      </p:pic>
      <p:pic>
        <p:nvPicPr>
          <p:cNvPr id="6" name="그림 5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DBABE3-8126-3115-5E41-1D50C3CA4C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DDB99-73A2-B9D3-C7EF-CF9CEAAA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군집분석 </a:t>
            </a:r>
            <a:r>
              <a:rPr lang="en-US" altLang="ko-KR" b="1" dirty="0"/>
              <a:t>– </a:t>
            </a:r>
            <a:r>
              <a:rPr lang="ko-KR" altLang="en-US" b="1" dirty="0"/>
              <a:t>대회별</a:t>
            </a:r>
            <a:r>
              <a:rPr lang="en-US" altLang="ko-KR" b="1" dirty="0"/>
              <a:t>, </a:t>
            </a:r>
            <a:r>
              <a:rPr lang="ko-KR" altLang="en-US" b="1" dirty="0"/>
              <a:t>월별 우승</a:t>
            </a:r>
          </a:p>
        </p:txBody>
      </p:sp>
      <p:pic>
        <p:nvPicPr>
          <p:cNvPr id="18" name="내용 개체 틀 17">
            <a:extLst>
              <a:ext uri="{FF2B5EF4-FFF2-40B4-BE49-F238E27FC236}">
                <a16:creationId xmlns:a16="http://schemas.microsoft.com/office/drawing/2014/main" id="{CBA55037-EEA6-43CE-287F-92A2A21CA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685" y="1590665"/>
            <a:ext cx="2633852" cy="2194877"/>
          </a:xfrm>
          <a:prstGeom prst="rect">
            <a:avLst/>
          </a:prstGeom>
        </p:spPr>
      </p:pic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F781FF-92E8-2070-E653-1A77F89E1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26EE26-485F-62BC-53BD-E224A32E7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687" y="3346842"/>
            <a:ext cx="4386717" cy="18304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AA5C2B-78E8-3AC0-29F0-EE9760A06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25" y="3876592"/>
            <a:ext cx="5201269" cy="164717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DB843B9-C44D-44EC-36BF-E1509E34F85B}"/>
              </a:ext>
            </a:extLst>
          </p:cNvPr>
          <p:cNvSpPr/>
          <p:nvPr/>
        </p:nvSpPr>
        <p:spPr>
          <a:xfrm>
            <a:off x="6096000" y="5303975"/>
            <a:ext cx="4267566" cy="1087865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rgbClr val="0F3D2E"/>
                </a:solidFill>
              </a:rPr>
              <a:t>기수프로필</a:t>
            </a:r>
            <a:r>
              <a:rPr lang="en-US" altLang="ko-KR" sz="1600" b="1" dirty="0">
                <a:solidFill>
                  <a:srgbClr val="0F3D2E"/>
                </a:solidFill>
              </a:rPr>
              <a:t>: Sankey(</a:t>
            </a:r>
            <a:r>
              <a:rPr lang="ko-KR" altLang="en-US" sz="1600" b="1" dirty="0" err="1">
                <a:solidFill>
                  <a:srgbClr val="0F3D2E"/>
                </a:solidFill>
              </a:rPr>
              <a:t>대회→말</a:t>
            </a:r>
            <a:r>
              <a:rPr lang="en-US" altLang="ko-KR" sz="1600" b="1" dirty="0">
                <a:solidFill>
                  <a:srgbClr val="0F3D2E"/>
                </a:solidFill>
              </a:rPr>
              <a:t>)</a:t>
            </a:r>
            <a:br>
              <a:rPr lang="en-US" altLang="ko-KR" sz="1600" dirty="0">
                <a:solidFill>
                  <a:srgbClr val="0F3D2E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굵은 링크는 특정 대회 </a:t>
            </a:r>
            <a:r>
              <a:rPr lang="en-US" altLang="ko-KR" sz="1600" dirty="0">
                <a:solidFill>
                  <a:schemeClr val="tx1"/>
                </a:solidFill>
              </a:rPr>
              <a:t>× </a:t>
            </a:r>
            <a:r>
              <a:rPr lang="ko-KR" altLang="en-US" sz="1600" dirty="0">
                <a:solidFill>
                  <a:schemeClr val="tx1"/>
                </a:solidFill>
              </a:rPr>
              <a:t>특정 말에서의 강한 시너지를 뜻합니다</a:t>
            </a:r>
            <a:r>
              <a:rPr lang="en-US" altLang="ko-KR" sz="1600" dirty="0"/>
              <a:t>.”</a:t>
            </a:r>
            <a:endParaRPr lang="ko-KR" altLang="en-US" sz="1600" b="1" dirty="0">
              <a:solidFill>
                <a:srgbClr val="0F3D2E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674C24-3E2D-8332-DEFF-EBC8BEE051FD}"/>
              </a:ext>
            </a:extLst>
          </p:cNvPr>
          <p:cNvSpPr/>
          <p:nvPr/>
        </p:nvSpPr>
        <p:spPr>
          <a:xfrm>
            <a:off x="1194695" y="5390088"/>
            <a:ext cx="4511040" cy="928416"/>
          </a:xfrm>
          <a:prstGeom prst="roundRect">
            <a:avLst/>
          </a:prstGeom>
          <a:solidFill>
            <a:schemeClr val="bg2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>
                <a:solidFill>
                  <a:schemeClr val="tx1"/>
                </a:solidFill>
              </a:rPr>
              <a:t>ThemeRiver</a:t>
            </a:r>
            <a:r>
              <a:rPr lang="en-US" altLang="ko-KR" sz="1600" b="1" dirty="0">
                <a:solidFill>
                  <a:schemeClr val="tx1"/>
                </a:solidFill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</a:rPr>
              <a:t>월별 우승</a:t>
            </a:r>
            <a:r>
              <a:rPr lang="en-US" altLang="ko-KR" sz="1600" b="1" dirty="0">
                <a:solidFill>
                  <a:schemeClr val="tx1"/>
                </a:solidFill>
              </a:rPr>
              <a:t>) </a:t>
            </a:r>
            <a:br>
              <a:rPr lang="en-US" altLang="ko-KR" sz="1600" dirty="0">
                <a:solidFill>
                  <a:srgbClr val="0F3D2E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시간 리듬이 군집 평균보다 높게 유지되는 구간이 핵심 기회구간입니다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A56014-3D44-BC56-943C-10F3F32C4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915" y="1833368"/>
            <a:ext cx="3402914" cy="1709469"/>
          </a:xfrm>
          <a:prstGeom prst="rect">
            <a:avLst/>
          </a:prstGeom>
        </p:spPr>
      </p:pic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98B231-CCC0-BE63-0C55-347725DF2E1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D4D29-1F19-CE45-CDE7-0E7D2C39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품질 관리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3162AE-6579-8CD1-E9B8-FAF9D9D71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F3D2E"/>
                </a:solidFill>
              </a:rPr>
              <a:t>1. </a:t>
            </a:r>
            <a:r>
              <a:rPr lang="ko-KR" altLang="en-US" dirty="0">
                <a:solidFill>
                  <a:srgbClr val="0F3D2E"/>
                </a:solidFill>
              </a:rPr>
              <a:t>인코딩 처리 </a:t>
            </a:r>
            <a:r>
              <a:rPr lang="en-US" altLang="ko-KR" dirty="0">
                <a:solidFill>
                  <a:srgbClr val="0F3D2E"/>
                </a:solidFill>
              </a:rPr>
              <a:t>(utf-8-sig)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2. Oracle thick </a:t>
            </a:r>
            <a:r>
              <a:rPr lang="ko-KR" altLang="en-US" dirty="0">
                <a:solidFill>
                  <a:srgbClr val="0F3D2E"/>
                </a:solidFill>
              </a:rPr>
              <a:t>모드 접속 안정화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3. Flask Logger </a:t>
            </a:r>
            <a:r>
              <a:rPr lang="ko-KR" altLang="en-US" dirty="0">
                <a:solidFill>
                  <a:srgbClr val="0F3D2E"/>
                </a:solidFill>
              </a:rPr>
              <a:t>오류 관리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4. </a:t>
            </a:r>
            <a:r>
              <a:rPr lang="ko-KR" altLang="en-US" dirty="0">
                <a:solidFill>
                  <a:srgbClr val="0F3D2E"/>
                </a:solidFill>
              </a:rPr>
              <a:t>반응형 </a:t>
            </a:r>
            <a:r>
              <a:rPr lang="en-US" altLang="ko-KR" dirty="0">
                <a:solidFill>
                  <a:srgbClr val="0F3D2E"/>
                </a:solidFill>
              </a:rPr>
              <a:t>UI </a:t>
            </a:r>
            <a:r>
              <a:rPr lang="ko-KR" altLang="en-US" dirty="0">
                <a:solidFill>
                  <a:srgbClr val="0F3D2E"/>
                </a:solidFill>
              </a:rPr>
              <a:t>및 모바일 테스트 완료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EEDD9-142F-F380-3624-14881E6F9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D3B7BD-89E8-7931-F8EB-3239B573FB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8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B43D5-A54B-DE62-1E95-CE2839C9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도전과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55A86-8C5A-8B67-0625-AA2D44A6A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F3D2E"/>
                </a:solidFill>
              </a:rPr>
              <a:t>문제</a:t>
            </a:r>
            <a:r>
              <a:rPr lang="en-US" altLang="ko-KR" dirty="0">
                <a:solidFill>
                  <a:srgbClr val="0F3D2E"/>
                </a:solidFill>
              </a:rPr>
              <a:t>: Oracle </a:t>
            </a:r>
            <a:r>
              <a:rPr lang="ko-KR" altLang="en-US" dirty="0">
                <a:solidFill>
                  <a:srgbClr val="0F3D2E"/>
                </a:solidFill>
              </a:rPr>
              <a:t>연결 실패</a:t>
            </a:r>
            <a:r>
              <a:rPr lang="en-US" altLang="ko-KR" dirty="0">
                <a:solidFill>
                  <a:srgbClr val="0F3D2E"/>
                </a:solidFill>
              </a:rPr>
              <a:t>, CSV </a:t>
            </a:r>
            <a:r>
              <a:rPr lang="ko-KR" altLang="en-US" dirty="0">
                <a:solidFill>
                  <a:srgbClr val="0F3D2E"/>
                </a:solidFill>
              </a:rPr>
              <a:t>인코딩 충돌</a:t>
            </a:r>
            <a:r>
              <a:rPr lang="en-US" altLang="ko-KR" dirty="0">
                <a:solidFill>
                  <a:srgbClr val="0F3D2E"/>
                </a:solidFill>
              </a:rPr>
              <a:t>, </a:t>
            </a:r>
            <a:r>
              <a:rPr lang="ko-KR" altLang="en-US" dirty="0">
                <a:solidFill>
                  <a:srgbClr val="0F3D2E"/>
                </a:solidFill>
              </a:rPr>
              <a:t>데이터 불균형</a:t>
            </a:r>
          </a:p>
          <a:p>
            <a:r>
              <a:rPr lang="ko-KR" altLang="en-US" dirty="0">
                <a:solidFill>
                  <a:srgbClr val="0F3D2E"/>
                </a:solidFill>
              </a:rPr>
              <a:t>해결</a:t>
            </a:r>
            <a:r>
              <a:rPr lang="en-US" altLang="ko-KR" dirty="0">
                <a:solidFill>
                  <a:srgbClr val="0F3D2E"/>
                </a:solidFill>
              </a:rPr>
              <a:t>: </a:t>
            </a:r>
            <a:r>
              <a:rPr lang="en-US" altLang="ko-KR" dirty="0" err="1">
                <a:solidFill>
                  <a:srgbClr val="0F3D2E"/>
                </a:solidFill>
              </a:rPr>
              <a:t>oracledb</a:t>
            </a:r>
            <a:r>
              <a:rPr lang="en-US" altLang="ko-KR" dirty="0">
                <a:solidFill>
                  <a:srgbClr val="0F3D2E"/>
                </a:solidFill>
              </a:rPr>
              <a:t> thick </a:t>
            </a:r>
            <a:r>
              <a:rPr lang="ko-KR" altLang="en-US" dirty="0">
                <a:solidFill>
                  <a:srgbClr val="0F3D2E"/>
                </a:solidFill>
              </a:rPr>
              <a:t>모드 적용</a:t>
            </a:r>
            <a:r>
              <a:rPr lang="en-US" altLang="ko-KR" dirty="0">
                <a:solidFill>
                  <a:srgbClr val="0F3D2E"/>
                </a:solidFill>
              </a:rPr>
              <a:t>, </a:t>
            </a:r>
            <a:r>
              <a:rPr lang="ko-KR" altLang="en-US" dirty="0">
                <a:solidFill>
                  <a:srgbClr val="0F3D2E"/>
                </a:solidFill>
              </a:rPr>
              <a:t>다중 인코딩 루틴</a:t>
            </a:r>
            <a:r>
              <a:rPr lang="en-US" altLang="ko-KR" dirty="0">
                <a:solidFill>
                  <a:srgbClr val="0F3D2E"/>
                </a:solidFill>
              </a:rPr>
              <a:t>, Stratified Sampling</a:t>
            </a:r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CB1684-714D-FBD1-6AFA-AB41A4FCF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  <p:pic>
        <p:nvPicPr>
          <p:cNvPr id="5" name="그림 4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B38213-A984-C171-E39E-2C13C053CE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09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A03A1F4A-2F70-9EE2-7F62-D00A34F5EA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73776" y="1499615"/>
            <a:ext cx="10371061" cy="53530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F6671D-D645-B4EA-4B74-14D5845D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향후 계획 및 확장 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0331DF-3D05-209E-8AFA-EA1BA1E3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F3D2E"/>
                </a:solidFill>
              </a:rPr>
              <a:t>1. </a:t>
            </a:r>
            <a:r>
              <a:rPr lang="ko-KR" altLang="en-US" dirty="0">
                <a:solidFill>
                  <a:srgbClr val="0F3D2E"/>
                </a:solidFill>
              </a:rPr>
              <a:t>실시간 </a:t>
            </a:r>
            <a:r>
              <a:rPr lang="en-US" altLang="ko-KR" dirty="0">
                <a:solidFill>
                  <a:srgbClr val="0F3D2E"/>
                </a:solidFill>
              </a:rPr>
              <a:t>API </a:t>
            </a:r>
            <a:r>
              <a:rPr lang="ko-KR" altLang="en-US" dirty="0">
                <a:solidFill>
                  <a:srgbClr val="0F3D2E"/>
                </a:solidFill>
              </a:rPr>
              <a:t>연동 및 자동 데이터 업데이트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2. </a:t>
            </a:r>
            <a:r>
              <a:rPr lang="ko-KR" altLang="en-US" dirty="0">
                <a:solidFill>
                  <a:srgbClr val="0F3D2E"/>
                </a:solidFill>
              </a:rPr>
              <a:t>우승 확률 예측 모델 고도화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3. React </a:t>
            </a:r>
            <a:r>
              <a:rPr lang="ko-KR" altLang="en-US" dirty="0">
                <a:solidFill>
                  <a:srgbClr val="0F3D2E"/>
                </a:solidFill>
              </a:rPr>
              <a:t>기반 </a:t>
            </a:r>
            <a:r>
              <a:rPr lang="en-US" altLang="ko-KR" dirty="0">
                <a:solidFill>
                  <a:srgbClr val="0F3D2E"/>
                </a:solidFill>
              </a:rPr>
              <a:t>SPA </a:t>
            </a:r>
            <a:r>
              <a:rPr lang="ko-KR" altLang="en-US" dirty="0">
                <a:solidFill>
                  <a:srgbClr val="0F3D2E"/>
                </a:solidFill>
              </a:rPr>
              <a:t>전환</a:t>
            </a:r>
          </a:p>
          <a:p>
            <a:r>
              <a:rPr lang="en-US" altLang="ko-KR" dirty="0">
                <a:solidFill>
                  <a:srgbClr val="0F3D2E"/>
                </a:solidFill>
              </a:rPr>
              <a:t>4. AWS </a:t>
            </a:r>
            <a:r>
              <a:rPr lang="ko-KR" altLang="en-US" dirty="0">
                <a:solidFill>
                  <a:srgbClr val="0F3D2E"/>
                </a:solidFill>
              </a:rPr>
              <a:t>배포 및 </a:t>
            </a:r>
            <a:r>
              <a:rPr lang="en-US" altLang="ko-KR" dirty="0">
                <a:solidFill>
                  <a:srgbClr val="0F3D2E"/>
                </a:solidFill>
              </a:rPr>
              <a:t>CI/CD </a:t>
            </a:r>
            <a:r>
              <a:rPr lang="ko-KR" altLang="en-US" dirty="0">
                <a:solidFill>
                  <a:srgbClr val="0F3D2E"/>
                </a:solidFill>
              </a:rPr>
              <a:t>구축</a:t>
            </a:r>
          </a:p>
          <a:p>
            <a:endParaRPr lang="ko-KR" altLang="en-US" dirty="0"/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2F576B-FC81-0CB8-6CBB-13846725A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8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C1C3-018E-8EA7-41FF-FC51DB00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E97E2B-6893-4B73-0924-836D09E9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후기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416533-D2A6-0DB0-C3A2-3C55CCEDA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780262"/>
            <a:ext cx="5568423" cy="639762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정 진 웅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43E746B-AB3D-3504-EE79-A4D84385A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780262"/>
            <a:ext cx="5187013" cy="639762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ko-KR" altLang="en-US" dirty="0"/>
              <a:t>진달래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4B254C-6540-BBF8-AC2B-B2401DE84A77}"/>
              </a:ext>
            </a:extLst>
          </p:cNvPr>
          <p:cNvSpPr/>
          <p:nvPr/>
        </p:nvSpPr>
        <p:spPr>
          <a:xfrm>
            <a:off x="478971" y="2420024"/>
            <a:ext cx="5089453" cy="363913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140A59-681C-5D31-A438-FEED824C7D19}"/>
              </a:ext>
            </a:extLst>
          </p:cNvPr>
          <p:cNvSpPr/>
          <p:nvPr/>
        </p:nvSpPr>
        <p:spPr>
          <a:xfrm>
            <a:off x="713433" y="2612571"/>
            <a:ext cx="4652386" cy="3274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이번 프로젝트에 제가 팀장으로서 걱정과 가지고 시작했지만 하고싶은 주제</a:t>
            </a:r>
            <a:r>
              <a:rPr lang="en-US" altLang="ko-KR" b="1" dirty="0"/>
              <a:t>, </a:t>
            </a:r>
            <a:r>
              <a:rPr lang="ko-KR" altLang="en-US" b="1" dirty="0"/>
              <a:t>데이터에 아는 한도 내에 모델을 가지고 시각화 하면서 부족하지만 자신이 이정도까진 할 수 있다는 자신감과 성취감을 가지게 된 의미 있는 첫 프로젝트 였습니다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</a:p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7836F2-9A90-A193-D3D6-1D36B93325C5}"/>
              </a:ext>
            </a:extLst>
          </p:cNvPr>
          <p:cNvSpPr/>
          <p:nvPr/>
        </p:nvSpPr>
        <p:spPr>
          <a:xfrm>
            <a:off x="6193368" y="2420024"/>
            <a:ext cx="5187013" cy="3639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2E6CCE-24C7-1A7C-DA9D-6DF6C343C2BE}"/>
              </a:ext>
            </a:extLst>
          </p:cNvPr>
          <p:cNvSpPr/>
          <p:nvPr/>
        </p:nvSpPr>
        <p:spPr>
          <a:xfrm>
            <a:off x="6491235" y="2682910"/>
            <a:ext cx="4582049" cy="30747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그간의 교육을 들으며 다양한 과정을 함께했으나 습득하기에 너무 부족하여 이번 프로젝트의 참여 역시 미비하여 자신의 부족함을 다시 한 번 깨닫는 시간이 되었습니다</a:t>
            </a:r>
            <a:r>
              <a:rPr lang="en-US" altLang="ko-KR" b="1" dirty="0"/>
              <a:t>. </a:t>
            </a:r>
            <a:r>
              <a:rPr lang="ko-KR" altLang="en-US" b="1" dirty="0"/>
              <a:t>부족함을 안다는 것으로부터 다시 시작하여 남은 과정을 충실히 이행 하도록 하겠습니다</a:t>
            </a:r>
            <a:r>
              <a:rPr lang="en-US" altLang="ko-KR" b="1" dirty="0"/>
              <a:t>. </a:t>
            </a:r>
            <a:r>
              <a:rPr lang="ko-KR" altLang="en-US" b="1" dirty="0"/>
              <a:t>감사합니다</a:t>
            </a:r>
            <a:r>
              <a:rPr lang="en-US" altLang="ko-KR" b="1" dirty="0"/>
              <a:t>.</a:t>
            </a:r>
          </a:p>
          <a:p>
            <a:pPr algn="ctr"/>
            <a:endParaRPr lang="ko-KR" altLang="en-US" dirty="0"/>
          </a:p>
        </p:txBody>
      </p:sp>
      <p:pic>
        <p:nvPicPr>
          <p:cNvPr id="3" name="그림 2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1907F5-FB81-8551-729E-D5715C565B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9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  <p:bldP spid="10" grpId="0" animBg="1"/>
      <p:bldP spid="11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7D2F1-6BF2-37F8-87F3-12170D8A4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참고사이트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271008-7F3C-0B19-02AD-32FD9AA07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https://race.kra.co.kr/busanMain.do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https://www.jra.go.jp/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https://www.equibase.com/</a:t>
            </a:r>
            <a:endParaRPr lang="en-US" altLang="ko-KR" dirty="0"/>
          </a:p>
          <a:p>
            <a:r>
              <a:rPr lang="en-US" altLang="ko-KR" dirty="0">
                <a:hlinkClick r:id="rId5"/>
              </a:rPr>
              <a:t>https://okrace.co.kr/index.php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B0B39-1289-037B-552A-FA8B13E53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848" y="5301736"/>
            <a:ext cx="2591162" cy="11145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4B5C3F-923F-A034-F161-EB7FE81AF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64" y="5584977"/>
            <a:ext cx="2086266" cy="7335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D00789-29CF-7BDA-47B2-28872FE04D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0794" y="5504002"/>
            <a:ext cx="1714739" cy="895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7621B7-7CCD-97DC-5324-929F089B64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8072" y="5486881"/>
            <a:ext cx="2355236" cy="881407"/>
          </a:xfrm>
          <a:prstGeom prst="rect">
            <a:avLst/>
          </a:prstGeom>
        </p:spPr>
      </p:pic>
      <p:pic>
        <p:nvPicPr>
          <p:cNvPr id="4" name="그림 3" descr="스케치, 그림, 그래픽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265DF-65DA-0C49-42F6-D9BD7906797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02" y="2089404"/>
            <a:ext cx="5715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97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E2F8DF6-D0C2-F85D-B159-E6D3C90D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37" y="3068769"/>
            <a:ext cx="10363200" cy="1143000"/>
          </a:xfrm>
        </p:spPr>
        <p:txBody>
          <a:bodyPr/>
          <a:lstStyle/>
          <a:p>
            <a:pPr algn="ctr"/>
            <a:r>
              <a:rPr lang="ko-KR" altLang="en-US" b="1" dirty="0"/>
              <a:t>감사합니다</a:t>
            </a:r>
          </a:p>
        </p:txBody>
      </p:sp>
      <p:pic>
        <p:nvPicPr>
          <p:cNvPr id="4" name="그림 3" descr="폰트, 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4D3387-77D0-7E61-336F-94CEE30D8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447" y="4843132"/>
            <a:ext cx="2009553" cy="200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3951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Simple01">
  <a:themeElements>
    <a:clrScheme name="New_Simple01">
      <a:dk1>
        <a:sysClr val="windowText" lastClr="000000"/>
      </a:dk1>
      <a:lt1>
        <a:sysClr val="window" lastClr="FFFFFF"/>
      </a:lt1>
      <a:dk2>
        <a:srgbClr val="562B71"/>
      </a:dk2>
      <a:lt2>
        <a:srgbClr val="DFF0F7"/>
      </a:lt2>
      <a:accent1>
        <a:srgbClr val="6BA2DF"/>
      </a:accent1>
      <a:accent2>
        <a:srgbClr val="C0504D"/>
      </a:accent2>
      <a:accent3>
        <a:srgbClr val="9BBB59"/>
      </a:accent3>
      <a:accent4>
        <a:srgbClr val="8064A2"/>
      </a:accent4>
      <a:accent5>
        <a:srgbClr val="AA5E74"/>
      </a:accent5>
      <a:accent6>
        <a:srgbClr val="EF9031"/>
      </a:accent6>
      <a:hlink>
        <a:srgbClr val="FF0000"/>
      </a:hlink>
      <a:folHlink>
        <a:srgbClr val="92D05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3239</TotalTime>
  <Words>975</Words>
  <Application>Microsoft Office PowerPoint</Application>
  <PresentationFormat>와이드스크린</PresentationFormat>
  <Paragraphs>151</Paragraphs>
  <Slides>25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맑은 고딕</vt:lpstr>
      <vt:lpstr>Arial</vt:lpstr>
      <vt:lpstr>Calibri</vt:lpstr>
      <vt:lpstr>Calibri Light</vt:lpstr>
      <vt:lpstr>Tw Cen MT</vt:lpstr>
      <vt:lpstr>Wingdings 2</vt:lpstr>
      <vt:lpstr>Wingdings 3</vt:lpstr>
      <vt:lpstr>HDOfficeLightV0</vt:lpstr>
      <vt:lpstr>New_Simple01</vt:lpstr>
      <vt:lpstr>경마 데이터 기반 예측·분석 시스템</vt:lpstr>
      <vt:lpstr>팀원 역할분담</vt:lpstr>
      <vt:lpstr>핵심 인사이트 요약</vt:lpstr>
      <vt:lpstr>목차</vt:lpstr>
      <vt:lpstr>사회적 배경</vt:lpstr>
      <vt:lpstr>프로젝트 개발 및 개요</vt:lpstr>
      <vt:lpstr>개발 환경 및 도구</vt:lpstr>
      <vt:lpstr>데이터 흐름 및 프로세스</vt:lpstr>
      <vt:lpstr>데이터 설명</vt:lpstr>
      <vt:lpstr>데이터 구성 및 클래스 구조</vt:lpstr>
      <vt:lpstr>데이터 전처리</vt:lpstr>
      <vt:lpstr>분석 프로세스</vt:lpstr>
      <vt:lpstr>모델 개발 과정</vt:lpstr>
      <vt:lpstr>통합 시스템 아키텍처</vt:lpstr>
      <vt:lpstr>웹 대시보드 개요</vt:lpstr>
      <vt:lpstr>군집분석 – 상금, 승률 TOP6</vt:lpstr>
      <vt:lpstr>군집분석 – 실시간 배팅, 승률추이</vt:lpstr>
      <vt:lpstr>군집분석 – 경마별 상금</vt:lpstr>
      <vt:lpstr>군집분석 – 대회별, 월별 우승</vt:lpstr>
      <vt:lpstr>품질 관리 시스템</vt:lpstr>
      <vt:lpstr>도전과 해결</vt:lpstr>
      <vt:lpstr>향후 계획 및 확장 방향</vt:lpstr>
      <vt:lpstr>후기</vt:lpstr>
      <vt:lpstr>참고사이트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진웅 정</dc:creator>
  <cp:lastModifiedBy>진웅 정</cp:lastModifiedBy>
  <cp:revision>4</cp:revision>
  <dcterms:created xsi:type="dcterms:W3CDTF">2025-09-15T17:49:12Z</dcterms:created>
  <dcterms:modified xsi:type="dcterms:W3CDTF">2025-10-14T00:13:04Z</dcterms:modified>
</cp:coreProperties>
</file>